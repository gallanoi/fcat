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12192000" cy="6858000"/>
  <p:embeddedFontLst>
    <p:embeddedFont>
      <p:font typeface="Century Gothic"/>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5" roundtripDataSignature="AMtx7mjr74lmQNh6MJu8yJ8brJbwHPs4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1DD0A4-EE90-4515-9F85-0030982B9BC7}">
  <a:tblStyle styleId="{961DD0A4-EE90-4515-9F85-0030982B9BC7}"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0E7E6"/>
          </a:solidFill>
        </a:fill>
      </a:tcStyle>
    </a:wholeTbl>
    <a:band1H>
      <a:tcTxStyle b="off" i="off"/>
      <a:tcStyle>
        <a:fill>
          <a:solidFill>
            <a:srgbClr val="E0CCCA"/>
          </a:solidFill>
        </a:fill>
      </a:tcStyle>
    </a:band1H>
    <a:band2H>
      <a:tcTxStyle b="off" i="off"/>
    </a:band2H>
    <a:band1V>
      <a:tcTxStyle b="off" i="off"/>
      <a:tcStyle>
        <a:fill>
          <a:solidFill>
            <a:srgbClr val="E0CCCA"/>
          </a:solidFill>
        </a:fill>
      </a:tcStyle>
    </a:band1V>
    <a:band2V>
      <a:tcTxStyle b="off" i="off"/>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3441E4EC-219A-4EDF-B2B1-583CA0E40A59}" styleName="Table_1">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9EFE7"/>
          </a:solidFill>
        </a:fill>
      </a:tcStyle>
    </a:wholeTbl>
    <a:band1H>
      <a:tcTxStyle b="off" i="off"/>
      <a:tcStyle>
        <a:fill>
          <a:solidFill>
            <a:srgbClr val="F4DDCB"/>
          </a:solidFill>
        </a:fill>
      </a:tcStyle>
    </a:band1H>
    <a:band2H>
      <a:tcTxStyle b="off" i="off"/>
    </a:band2H>
    <a:band1V>
      <a:tcTxStyle b="off" i="off"/>
      <a:tcStyle>
        <a:fill>
          <a:solidFill>
            <a:srgbClr val="F4DDCB"/>
          </a:solidFill>
        </a:fill>
      </a:tcStyle>
    </a:band1V>
    <a:band2V>
      <a:tcTxStyle b="off" i="off"/>
    </a:band2V>
    <a:lastCol>
      <a:tcTxStyle b="on" i="off">
        <a:font>
          <a:latin typeface="Century Gothic"/>
          <a:ea typeface="Century Gothic"/>
          <a:cs typeface="Century Gothic"/>
        </a:font>
        <a:schemeClr val="lt1"/>
      </a:tcTxStyle>
      <a:tcStyle>
        <a:fill>
          <a:solidFill>
            <a:schemeClr val="accent3"/>
          </a:solidFill>
        </a:fill>
      </a:tcStyle>
    </a:lastCol>
    <a:firstCol>
      <a:tcTxStyle b="on" i="off">
        <a:font>
          <a:latin typeface="Century Gothic"/>
          <a:ea typeface="Century Gothic"/>
          <a:cs typeface="Century Gothic"/>
        </a:font>
        <a:schemeClr val="lt1"/>
      </a:tcTxStyle>
      <a:tcStyle>
        <a:fill>
          <a:solidFill>
            <a:schemeClr val="accent3"/>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b="off" i="off"/>
    </a:seCell>
    <a:swCell>
      <a:tcTxStyle b="off" i="off"/>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b="off" i="off"/>
    </a:neCell>
    <a:nwCell>
      <a:tcTxStyle b="off" i="off"/>
    </a:nwCell>
  </a:tblStyle>
  <a:tblStyle styleId="{27B3F396-6AB3-447B-967C-6C4B70A5564E}" styleName="Table_2">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Gothic-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CenturyGothic-italic.fntdata"/><Relationship Id="rId10" Type="http://schemas.openxmlformats.org/officeDocument/2006/relationships/slide" Target="slides/slide4.xml"/><Relationship Id="rId32" Type="http://schemas.openxmlformats.org/officeDocument/2006/relationships/font" Target="fonts/CenturyGothic-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CenturyGothic-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 name="Google Shape;44;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f3e35d221_0_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f3e35d221_0_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 name="Google Shape;75;p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p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p1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6" name="Google Shape;526;p1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8" name="Google Shape;598;p1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af3e35d221_0_1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af3e35d221_0_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af3e35d221_0_1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af3e35d221_0_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1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2" name="Google Shape;682;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3" name="Google Shape;693;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2" name="Google Shape;702;p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af3e35d221_0_3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2" name="Google Shape;712;g3af3e35d221_0_3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2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1" name="Google Shape;721;p2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2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1" name="Google Shape;761;p2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2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0" name="Google Shape;780;p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2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8" name="Google Shape;798;p2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2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4" name="Google Shape;804;p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2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p2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6" name="Google Shape;816;p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2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2" name="Google Shape;822;p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31"/>
          <p:cNvSpPr txBox="1"/>
          <p:nvPr>
            <p:ph type="title"/>
          </p:nvPr>
        </p:nvSpPr>
        <p:spPr>
          <a:xfrm>
            <a:off x="2059939" y="206755"/>
            <a:ext cx="4328795" cy="5683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1"/>
          <p:cNvSpPr txBox="1"/>
          <p:nvPr>
            <p:ph idx="1" type="body"/>
          </p:nvPr>
        </p:nvSpPr>
        <p:spPr>
          <a:xfrm>
            <a:off x="831852" y="1684337"/>
            <a:ext cx="10534650" cy="4610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 name="Google Shape;14;p3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7" name="Shape 17"/>
        <p:cNvGrpSpPr/>
        <p:nvPr/>
      </p:nvGrpSpPr>
      <p:grpSpPr>
        <a:xfrm>
          <a:off x="0" y="0"/>
          <a:ext cx="0" cy="0"/>
          <a:chOff x="0" y="0"/>
          <a:chExt cx="0" cy="0"/>
        </a:xfrm>
      </p:grpSpPr>
      <p:pic>
        <p:nvPicPr>
          <p:cNvPr id="18" name="Google Shape;18;p32"/>
          <p:cNvPicPr preferRelativeResize="0"/>
          <p:nvPr/>
        </p:nvPicPr>
        <p:blipFill rotWithShape="1">
          <a:blip r:embed="rId2">
            <a:alphaModFix/>
          </a:blip>
          <a:srcRect b="0" l="0" r="0" t="0"/>
          <a:stretch/>
        </p:blipFill>
        <p:spPr>
          <a:xfrm>
            <a:off x="3665557" y="571669"/>
            <a:ext cx="4492445" cy="5753148"/>
          </a:xfrm>
          <a:prstGeom prst="rect">
            <a:avLst/>
          </a:prstGeom>
          <a:noFill/>
          <a:ln>
            <a:noFill/>
          </a:ln>
        </p:spPr>
      </p:pic>
      <p:sp>
        <p:nvSpPr>
          <p:cNvPr id="19" name="Google Shape;19;p3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22" name="Shape 22"/>
        <p:cNvGrpSpPr/>
        <p:nvPr/>
      </p:nvGrpSpPr>
      <p:grpSpPr>
        <a:xfrm>
          <a:off x="0" y="0"/>
          <a:ext cx="0" cy="0"/>
          <a:chOff x="0" y="0"/>
          <a:chExt cx="0" cy="0"/>
        </a:xfrm>
      </p:grpSpPr>
      <p:sp>
        <p:nvSpPr>
          <p:cNvPr id="23" name="Google Shape;23;p33"/>
          <p:cNvSpPr/>
          <p:nvPr/>
        </p:nvSpPr>
        <p:spPr>
          <a:xfrm>
            <a:off x="-170" y="2457"/>
            <a:ext cx="12189460" cy="6858000"/>
          </a:xfrm>
          <a:custGeom>
            <a:rect b="b" l="l" r="r" t="t"/>
            <a:pathLst>
              <a:path extrusionOk="0" h="6858000" w="12189460">
                <a:moveTo>
                  <a:pt x="12188951" y="0"/>
                </a:moveTo>
                <a:lnTo>
                  <a:pt x="0" y="0"/>
                </a:lnTo>
                <a:lnTo>
                  <a:pt x="0" y="6858000"/>
                </a:lnTo>
                <a:lnTo>
                  <a:pt x="12188951" y="6858000"/>
                </a:lnTo>
                <a:lnTo>
                  <a:pt x="1218895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4" name="Google Shape;24;p33"/>
          <p:cNvPicPr preferRelativeResize="0"/>
          <p:nvPr/>
        </p:nvPicPr>
        <p:blipFill rotWithShape="1">
          <a:blip r:embed="rId2">
            <a:alphaModFix/>
          </a:blip>
          <a:srcRect b="0" l="0" r="0" t="0"/>
          <a:stretch/>
        </p:blipFill>
        <p:spPr>
          <a:xfrm>
            <a:off x="0" y="0"/>
            <a:ext cx="8452104" cy="6857999"/>
          </a:xfrm>
          <a:prstGeom prst="rect">
            <a:avLst/>
          </a:prstGeom>
          <a:noFill/>
          <a:ln>
            <a:noFill/>
          </a:ln>
        </p:spPr>
      </p:pic>
      <p:sp>
        <p:nvSpPr>
          <p:cNvPr id="25" name="Google Shape;25;p33"/>
          <p:cNvSpPr txBox="1"/>
          <p:nvPr>
            <p:ph type="ctrTitle"/>
          </p:nvPr>
        </p:nvSpPr>
        <p:spPr>
          <a:xfrm>
            <a:off x="605212" y="550163"/>
            <a:ext cx="10981574" cy="6959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34"/>
          <p:cNvSpPr txBox="1"/>
          <p:nvPr>
            <p:ph type="title"/>
          </p:nvPr>
        </p:nvSpPr>
        <p:spPr>
          <a:xfrm>
            <a:off x="2059939" y="206755"/>
            <a:ext cx="4328795" cy="5683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 name="Shape 35"/>
        <p:cNvGrpSpPr/>
        <p:nvPr/>
      </p:nvGrpSpPr>
      <p:grpSpPr>
        <a:xfrm>
          <a:off x="0" y="0"/>
          <a:ext cx="0" cy="0"/>
          <a:chOff x="0" y="0"/>
          <a:chExt cx="0" cy="0"/>
        </a:xfrm>
      </p:grpSpPr>
      <p:sp>
        <p:nvSpPr>
          <p:cNvPr id="36" name="Google Shape;36;p35"/>
          <p:cNvSpPr txBox="1"/>
          <p:nvPr>
            <p:ph type="title"/>
          </p:nvPr>
        </p:nvSpPr>
        <p:spPr>
          <a:xfrm>
            <a:off x="2059939" y="206755"/>
            <a:ext cx="4328795" cy="5683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3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9" name="Google Shape;39;p3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2059939" y="206755"/>
            <a:ext cx="4328795" cy="56832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0"/>
          <p:cNvSpPr txBox="1"/>
          <p:nvPr>
            <p:ph idx="1" type="body"/>
          </p:nvPr>
        </p:nvSpPr>
        <p:spPr>
          <a:xfrm>
            <a:off x="831852" y="1684337"/>
            <a:ext cx="10534650" cy="46101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3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1.xml"/><Relationship Id="rId4" Type="http://schemas.openxmlformats.org/officeDocument/2006/relationships/image" Target="../media/image2.png"/><Relationship Id="rId5" Type="http://schemas.openxmlformats.org/officeDocument/2006/relationships/image" Target="../media/image7.jpg"/><Relationship Id="rId6" Type="http://schemas.openxmlformats.org/officeDocument/2006/relationships/image" Target="../media/image5.png"/><Relationship Id="rId7" Type="http://schemas.openxmlformats.org/officeDocument/2006/relationships/image" Target="../media/image16.jpg"/><Relationship Id="rId8"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5.xml"/><Relationship Id="rId4" Type="http://schemas.openxmlformats.org/officeDocument/2006/relationships/slide" Target="/ppt/slides/slide6.xml"/><Relationship Id="rId10" Type="http://schemas.openxmlformats.org/officeDocument/2006/relationships/image" Target="../media/image2.png"/><Relationship Id="rId9" Type="http://schemas.openxmlformats.org/officeDocument/2006/relationships/slide" Target="/ppt/slides/slide3.xml"/><Relationship Id="rId5" Type="http://schemas.openxmlformats.org/officeDocument/2006/relationships/slide" Target="/ppt/slides/slide4.xml"/><Relationship Id="rId6" Type="http://schemas.openxmlformats.org/officeDocument/2006/relationships/slide" Target="/ppt/slides/slide5.xml"/><Relationship Id="rId7" Type="http://schemas.openxmlformats.org/officeDocument/2006/relationships/slide" Target="/ppt/slides/slide6.xml"/><Relationship Id="rId8" Type="http://schemas.openxmlformats.org/officeDocument/2006/relationships/slide" Target="/ppt/slid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jpg"/><Relationship Id="rId11" Type="http://schemas.openxmlformats.org/officeDocument/2006/relationships/slide" Target="/ppt/slides/slide3.xml"/><Relationship Id="rId10" Type="http://schemas.openxmlformats.org/officeDocument/2006/relationships/image" Target="../media/image17.jpg"/><Relationship Id="rId9" Type="http://schemas.openxmlformats.org/officeDocument/2006/relationships/image" Target="../media/image6.jpg"/><Relationship Id="rId5" Type="http://schemas.openxmlformats.org/officeDocument/2006/relationships/image" Target="../media/image4.jpg"/><Relationship Id="rId6" Type="http://schemas.openxmlformats.org/officeDocument/2006/relationships/image" Target="../media/image14.jpg"/><Relationship Id="rId7" Type="http://schemas.openxmlformats.org/officeDocument/2006/relationships/image" Target="../media/image18.jpg"/><Relationship Id="rId8"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3.xml"/><Relationship Id="rId4" Type="http://schemas.openxmlformats.org/officeDocument/2006/relationships/image" Target="../media/image2.png"/><Relationship Id="rId5" Type="http://schemas.openxmlformats.org/officeDocument/2006/relationships/slide" Target="/ppt/slid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slide" Target="/ppt/slid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slide" Target="/ppt/slides/slide7.xml"/><Relationship Id="rId4" Type="http://schemas.openxmlformats.org/officeDocument/2006/relationships/slide" Target="/ppt/slides/slide9.xml"/><Relationship Id="rId10" Type="http://schemas.openxmlformats.org/officeDocument/2006/relationships/image" Target="../media/image2.png"/><Relationship Id="rId9" Type="http://schemas.openxmlformats.org/officeDocument/2006/relationships/slide" Target="/ppt/slides/slide8.xml"/><Relationship Id="rId5" Type="http://schemas.openxmlformats.org/officeDocument/2006/relationships/slide" Target="/ppt/slides/slide10.xml"/><Relationship Id="rId6" Type="http://schemas.openxmlformats.org/officeDocument/2006/relationships/slide" Target="/ppt/slides/slide8.xml"/><Relationship Id="rId7" Type="http://schemas.openxmlformats.org/officeDocument/2006/relationships/slide" Target="/ppt/slides/slide9.xml"/><Relationship Id="rId8" Type="http://schemas.openxmlformats.org/officeDocument/2006/relationships/slide" Target="/ppt/slid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slide" Target="/ppt/slides/slide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slide" Target="/ppt/slides/slide7.xml"/><Relationship Id="rId4" Type="http://schemas.openxmlformats.org/officeDocument/2006/relationships/slide" Target="/ppt/slides/slide7.xml"/><Relationship Id="rId9" Type="http://schemas.openxmlformats.org/officeDocument/2006/relationships/slide" Target="/ppt/slides/slide7.xml"/><Relationship Id="rId5" Type="http://schemas.openxmlformats.org/officeDocument/2006/relationships/slide" Target="/ppt/slides/slide7.xml"/><Relationship Id="rId6" Type="http://schemas.openxmlformats.org/officeDocument/2006/relationships/slide" Target="/ppt/slides/slide7.xml"/><Relationship Id="rId7" Type="http://schemas.openxmlformats.org/officeDocument/2006/relationships/slide" Target="/ppt/slides/slide7.xml"/><Relationship Id="rId8"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2.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www.levoyageanantes.fr/e" TargetMode="Externa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26.jpg"/><Relationship Id="rId5" Type="http://schemas.openxmlformats.org/officeDocument/2006/relationships/image" Target="../media/image23.jpg"/><Relationship Id="rId6" Type="http://schemas.openxmlformats.org/officeDocument/2006/relationships/image" Target="../media/image29.jpg"/><Relationship Id="rId7" Type="http://schemas.openxmlformats.org/officeDocument/2006/relationships/image" Target="../media/image25.jpg"/><Relationship Id="rId8"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jpg"/><Relationship Id="rId4" Type="http://schemas.openxmlformats.org/officeDocument/2006/relationships/image" Target="../media/image24.jpg"/><Relationship Id="rId5" Type="http://schemas.openxmlformats.org/officeDocument/2006/relationships/image" Target="../media/image28.jpg"/><Relationship Id="rId6" Type="http://schemas.openxmlformats.org/officeDocument/2006/relationships/image" Target="../media/image7.jpg"/><Relationship Id="rId7"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980475" y="219200"/>
            <a:ext cx="10330500" cy="9543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ES" sz="3100"/>
              <a:t>PRIMERA </a:t>
            </a:r>
            <a:r>
              <a:rPr lang="es-ES" sz="3100"/>
              <a:t>VERSIÓN</a:t>
            </a:r>
            <a:r>
              <a:rPr lang="es-ES" sz="3100"/>
              <a:t>  </a:t>
            </a:r>
            <a:r>
              <a:rPr lang="es-ES" sz="3100"/>
              <a:t>FESTIVAL DE ARTES VISUALES EN ÑUÑOA </a:t>
            </a:r>
            <a:endParaRPr sz="3100"/>
          </a:p>
          <a:p>
            <a:pPr indent="0" lvl="0" marL="0" rtl="0" algn="ctr">
              <a:lnSpc>
                <a:spcPct val="100000"/>
              </a:lnSpc>
              <a:spcBef>
                <a:spcPts val="0"/>
              </a:spcBef>
              <a:spcAft>
                <a:spcPts val="0"/>
              </a:spcAft>
              <a:buSzPts val="1400"/>
              <a:buNone/>
            </a:pPr>
            <a:r>
              <a:rPr lang="es-ES" sz="3100"/>
              <a:t> UN VIAJE POR LAS ARTES </a:t>
            </a:r>
            <a:endParaRPr sz="3100"/>
          </a:p>
        </p:txBody>
      </p:sp>
      <p:pic>
        <p:nvPicPr>
          <p:cNvPr id="47" name="Google Shape;47;p1">
            <a:hlinkClick action="ppaction://hlinksldjump" r:id="rId3"/>
          </p:cNvPr>
          <p:cNvPicPr preferRelativeResize="0"/>
          <p:nvPr/>
        </p:nvPicPr>
        <p:blipFill rotWithShape="1">
          <a:blip r:embed="rId4">
            <a:alphaModFix/>
          </a:blip>
          <a:srcRect b="0" l="0" r="0" t="0"/>
          <a:stretch/>
        </p:blipFill>
        <p:spPr>
          <a:xfrm>
            <a:off x="585375" y="2620962"/>
            <a:ext cx="3003425" cy="3529876"/>
          </a:xfrm>
          <a:prstGeom prst="rect">
            <a:avLst/>
          </a:prstGeom>
          <a:noFill/>
          <a:ln>
            <a:noFill/>
          </a:ln>
        </p:spPr>
      </p:pic>
      <p:pic>
        <p:nvPicPr>
          <p:cNvPr id="48" name="Google Shape;48;p1" title="13120_401_nunoa.jpeg"/>
          <p:cNvPicPr preferRelativeResize="0"/>
          <p:nvPr/>
        </p:nvPicPr>
        <p:blipFill rotWithShape="1">
          <a:blip r:embed="rId5">
            <a:alphaModFix/>
          </a:blip>
          <a:srcRect b="0" l="0" r="0" t="0"/>
          <a:stretch/>
        </p:blipFill>
        <p:spPr>
          <a:xfrm>
            <a:off x="7415990" y="2448146"/>
            <a:ext cx="4385606" cy="3875502"/>
          </a:xfrm>
          <a:prstGeom prst="rect">
            <a:avLst/>
          </a:prstGeom>
          <a:noFill/>
          <a:ln>
            <a:noFill/>
          </a:ln>
        </p:spPr>
      </p:pic>
      <p:sp>
        <p:nvSpPr>
          <p:cNvPr id="49" name="Google Shape;49;p1"/>
          <p:cNvSpPr/>
          <p:nvPr/>
        </p:nvSpPr>
        <p:spPr>
          <a:xfrm>
            <a:off x="8284639" y="4218727"/>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1</a:t>
            </a:r>
            <a:endParaRPr b="0" i="0" sz="882" u="none" cap="none" strike="noStrike">
              <a:solidFill>
                <a:srgbClr val="000000"/>
              </a:solidFill>
              <a:latin typeface="Calibri"/>
              <a:ea typeface="Calibri"/>
              <a:cs typeface="Calibri"/>
              <a:sym typeface="Calibri"/>
            </a:endParaRPr>
          </a:p>
        </p:txBody>
      </p:sp>
      <p:sp>
        <p:nvSpPr>
          <p:cNvPr id="50" name="Google Shape;50;p1"/>
          <p:cNvSpPr/>
          <p:nvPr/>
        </p:nvSpPr>
        <p:spPr>
          <a:xfrm>
            <a:off x="8764872" y="4242408"/>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3</a:t>
            </a:r>
            <a:endParaRPr b="0" i="0" sz="882" u="none" cap="none" strike="noStrike">
              <a:solidFill>
                <a:srgbClr val="000000"/>
              </a:solidFill>
              <a:latin typeface="Calibri"/>
              <a:ea typeface="Calibri"/>
              <a:cs typeface="Calibri"/>
              <a:sym typeface="Calibri"/>
            </a:endParaRPr>
          </a:p>
        </p:txBody>
      </p:sp>
      <p:sp>
        <p:nvSpPr>
          <p:cNvPr id="51" name="Google Shape;51;p1"/>
          <p:cNvSpPr/>
          <p:nvPr/>
        </p:nvSpPr>
        <p:spPr>
          <a:xfrm>
            <a:off x="8476732" y="4410821"/>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2</a:t>
            </a:r>
            <a:endParaRPr b="0" i="0" sz="882" u="none" cap="none" strike="noStrike">
              <a:solidFill>
                <a:srgbClr val="000000"/>
              </a:solidFill>
              <a:latin typeface="Calibri"/>
              <a:ea typeface="Calibri"/>
              <a:cs typeface="Calibri"/>
              <a:sym typeface="Calibri"/>
            </a:endParaRPr>
          </a:p>
        </p:txBody>
      </p:sp>
      <p:sp>
        <p:nvSpPr>
          <p:cNvPr id="52" name="Google Shape;52;p1"/>
          <p:cNvSpPr/>
          <p:nvPr/>
        </p:nvSpPr>
        <p:spPr>
          <a:xfrm>
            <a:off x="9130718" y="4476427"/>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4</a:t>
            </a:r>
            <a:endParaRPr b="0" i="0" sz="882" u="none" cap="none" strike="noStrike">
              <a:solidFill>
                <a:srgbClr val="000000"/>
              </a:solidFill>
              <a:latin typeface="Calibri"/>
              <a:ea typeface="Calibri"/>
              <a:cs typeface="Calibri"/>
              <a:sym typeface="Calibri"/>
            </a:endParaRPr>
          </a:p>
        </p:txBody>
      </p:sp>
      <p:sp>
        <p:nvSpPr>
          <p:cNvPr id="53" name="Google Shape;53;p1"/>
          <p:cNvSpPr/>
          <p:nvPr/>
        </p:nvSpPr>
        <p:spPr>
          <a:xfrm>
            <a:off x="10293683" y="4410821"/>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5</a:t>
            </a:r>
            <a:endParaRPr b="0" i="0" sz="882" u="none" cap="none" strike="noStrike">
              <a:solidFill>
                <a:srgbClr val="000000"/>
              </a:solidFill>
              <a:latin typeface="Calibri"/>
              <a:ea typeface="Calibri"/>
              <a:cs typeface="Calibri"/>
              <a:sym typeface="Calibri"/>
            </a:endParaRPr>
          </a:p>
        </p:txBody>
      </p:sp>
      <p:sp>
        <p:nvSpPr>
          <p:cNvPr id="54" name="Google Shape;54;p1"/>
          <p:cNvSpPr/>
          <p:nvPr/>
        </p:nvSpPr>
        <p:spPr>
          <a:xfrm>
            <a:off x="9863183" y="4602914"/>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6</a:t>
            </a:r>
            <a:endParaRPr b="0" i="0" sz="882" u="none" cap="none" strike="noStrike">
              <a:solidFill>
                <a:srgbClr val="000000"/>
              </a:solidFill>
              <a:latin typeface="Calibri"/>
              <a:ea typeface="Calibri"/>
              <a:cs typeface="Calibri"/>
              <a:sym typeface="Calibri"/>
            </a:endParaRPr>
          </a:p>
        </p:txBody>
      </p:sp>
      <p:sp>
        <p:nvSpPr>
          <p:cNvPr id="55" name="Google Shape;55;p1"/>
          <p:cNvSpPr/>
          <p:nvPr/>
        </p:nvSpPr>
        <p:spPr>
          <a:xfrm>
            <a:off x="10425409" y="4537307"/>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8</a:t>
            </a:r>
            <a:endParaRPr b="0" i="0" sz="882" u="none" cap="none" strike="noStrike">
              <a:solidFill>
                <a:srgbClr val="000000"/>
              </a:solidFill>
              <a:latin typeface="Calibri"/>
              <a:ea typeface="Calibri"/>
              <a:cs typeface="Calibri"/>
              <a:sym typeface="Calibri"/>
            </a:endParaRPr>
          </a:p>
        </p:txBody>
      </p:sp>
      <p:sp>
        <p:nvSpPr>
          <p:cNvPr id="56" name="Google Shape;56;p1"/>
          <p:cNvSpPr/>
          <p:nvPr/>
        </p:nvSpPr>
        <p:spPr>
          <a:xfrm>
            <a:off x="10102685" y="4410821"/>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7</a:t>
            </a:r>
            <a:endParaRPr b="0" i="0" sz="882" u="none" cap="none" strike="noStrike">
              <a:solidFill>
                <a:srgbClr val="000000"/>
              </a:solidFill>
              <a:latin typeface="Calibri"/>
              <a:ea typeface="Calibri"/>
              <a:cs typeface="Calibri"/>
              <a:sym typeface="Calibri"/>
            </a:endParaRPr>
          </a:p>
        </p:txBody>
      </p:sp>
      <p:sp>
        <p:nvSpPr>
          <p:cNvPr id="57" name="Google Shape;57;p1"/>
          <p:cNvSpPr/>
          <p:nvPr/>
        </p:nvSpPr>
        <p:spPr>
          <a:xfrm>
            <a:off x="10467366" y="4242408"/>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9</a:t>
            </a:r>
            <a:endParaRPr b="0" i="0" sz="882" u="none" cap="none" strike="noStrike">
              <a:solidFill>
                <a:srgbClr val="000000"/>
              </a:solidFill>
              <a:latin typeface="Calibri"/>
              <a:ea typeface="Calibri"/>
              <a:cs typeface="Calibri"/>
              <a:sym typeface="Calibri"/>
            </a:endParaRPr>
          </a:p>
        </p:txBody>
      </p:sp>
      <p:sp>
        <p:nvSpPr>
          <p:cNvPr id="58" name="Google Shape;58;p1"/>
          <p:cNvSpPr/>
          <p:nvPr/>
        </p:nvSpPr>
        <p:spPr>
          <a:xfrm>
            <a:off x="9149058" y="5083146"/>
            <a:ext cx="173700" cy="126600"/>
          </a:xfrm>
          <a:prstGeom prst="hexagon">
            <a:avLst>
              <a:gd fmla="val 68685"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10</a:t>
            </a:r>
            <a:endParaRPr b="0" i="0" sz="882" u="none" cap="none" strike="noStrike">
              <a:solidFill>
                <a:srgbClr val="000000"/>
              </a:solidFill>
              <a:latin typeface="Calibri"/>
              <a:ea typeface="Calibri"/>
              <a:cs typeface="Calibri"/>
              <a:sym typeface="Calibri"/>
            </a:endParaRPr>
          </a:p>
        </p:txBody>
      </p:sp>
      <p:sp>
        <p:nvSpPr>
          <p:cNvPr id="59" name="Google Shape;59;p1"/>
          <p:cNvSpPr/>
          <p:nvPr/>
        </p:nvSpPr>
        <p:spPr>
          <a:xfrm>
            <a:off x="9692896" y="4092241"/>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189"/>
              <a:buFont typeface="Arial"/>
              <a:buNone/>
            </a:pPr>
            <a:r>
              <a:rPr b="0" i="0" lang="es-ES" sz="189" u="none" cap="none" strike="noStrike">
                <a:solidFill>
                  <a:srgbClr val="000000"/>
                </a:solidFill>
                <a:latin typeface="Calibri"/>
                <a:ea typeface="Calibri"/>
                <a:cs typeface="Calibri"/>
                <a:sym typeface="Calibri"/>
              </a:rPr>
              <a:t>10</a:t>
            </a:r>
            <a:endParaRPr b="0" i="0" sz="189" u="none" cap="none" strike="noStrike">
              <a:solidFill>
                <a:srgbClr val="000000"/>
              </a:solidFill>
              <a:latin typeface="Calibri"/>
              <a:ea typeface="Calibri"/>
              <a:cs typeface="Calibri"/>
              <a:sym typeface="Calibri"/>
            </a:endParaRPr>
          </a:p>
        </p:txBody>
      </p:sp>
      <p:sp>
        <p:nvSpPr>
          <p:cNvPr id="60" name="Google Shape;60;p1"/>
          <p:cNvSpPr/>
          <p:nvPr/>
        </p:nvSpPr>
        <p:spPr>
          <a:xfrm>
            <a:off x="9184351" y="5209633"/>
            <a:ext cx="173700" cy="1266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57625" lIns="57625" spcFirstLastPara="1" rIns="57625" wrap="square" tIns="57625">
            <a:noAutofit/>
          </a:bodyPr>
          <a:lstStyle/>
          <a:p>
            <a:pPr indent="0" lvl="0" marL="0" marR="0" rtl="0" algn="ctr">
              <a:lnSpc>
                <a:spcPct val="100000"/>
              </a:lnSpc>
              <a:spcBef>
                <a:spcPts val="0"/>
              </a:spcBef>
              <a:spcAft>
                <a:spcPts val="0"/>
              </a:spcAft>
              <a:buClr>
                <a:srgbClr val="000000"/>
              </a:buClr>
              <a:buSzPts val="882"/>
              <a:buFont typeface="Arial"/>
              <a:buNone/>
            </a:pPr>
            <a:r>
              <a:rPr b="0" i="0" lang="es-ES" sz="882" u="none" cap="none" strike="noStrike">
                <a:solidFill>
                  <a:srgbClr val="000000"/>
                </a:solidFill>
                <a:latin typeface="Calibri"/>
                <a:ea typeface="Calibri"/>
                <a:cs typeface="Calibri"/>
                <a:sym typeface="Calibri"/>
              </a:rPr>
              <a:t>1</a:t>
            </a:r>
            <a:endParaRPr b="0" i="0" sz="882" u="none" cap="none" strike="noStrike">
              <a:solidFill>
                <a:srgbClr val="000000"/>
              </a:solidFill>
              <a:latin typeface="Calibri"/>
              <a:ea typeface="Calibri"/>
              <a:cs typeface="Calibri"/>
              <a:sym typeface="Calibri"/>
            </a:endParaRPr>
          </a:p>
        </p:txBody>
      </p:sp>
      <p:pic>
        <p:nvPicPr>
          <p:cNvPr id="61" name="Google Shape;61;p1"/>
          <p:cNvPicPr preferRelativeResize="0"/>
          <p:nvPr/>
        </p:nvPicPr>
        <p:blipFill rotWithShape="1">
          <a:blip r:embed="rId6">
            <a:alphaModFix/>
          </a:blip>
          <a:srcRect b="0" l="0" r="0" t="0"/>
          <a:stretch/>
        </p:blipFill>
        <p:spPr>
          <a:xfrm>
            <a:off x="231825" y="4242404"/>
            <a:ext cx="1576776" cy="1576924"/>
          </a:xfrm>
          <a:prstGeom prst="rect">
            <a:avLst/>
          </a:prstGeom>
          <a:noFill/>
          <a:ln>
            <a:noFill/>
          </a:ln>
        </p:spPr>
      </p:pic>
      <p:sp>
        <p:nvSpPr>
          <p:cNvPr id="62" name="Google Shape;62;p1"/>
          <p:cNvSpPr txBox="1"/>
          <p:nvPr/>
        </p:nvSpPr>
        <p:spPr>
          <a:xfrm>
            <a:off x="3651925" y="1392550"/>
            <a:ext cx="4943100" cy="33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HIBRIDAJE SIMBIÓTICO DE TECNOLOGÍA Y ARTE </a:t>
            </a:r>
            <a:endParaRPr b="0" i="0" sz="1800" u="none" cap="none" strike="noStrike">
              <a:solidFill>
                <a:schemeClr val="dk1"/>
              </a:solidFill>
              <a:latin typeface="Calibri"/>
              <a:ea typeface="Calibri"/>
              <a:cs typeface="Calibri"/>
              <a:sym typeface="Calibri"/>
            </a:endParaRPr>
          </a:p>
        </p:txBody>
      </p:sp>
      <p:sp>
        <p:nvSpPr>
          <p:cNvPr id="63" name="Google Shape;63;p1"/>
          <p:cNvSpPr txBox="1"/>
          <p:nvPr/>
        </p:nvSpPr>
        <p:spPr>
          <a:xfrm>
            <a:off x="7763325" y="2177950"/>
            <a:ext cx="3472800" cy="117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PRIMER FESTIVAL:</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UN VIAJE POR LAS ARTES ÑUÑOA</a:t>
            </a:r>
            <a:endParaRPr b="0" i="0" sz="1800" u="none" cap="none" strike="noStrike">
              <a:solidFill>
                <a:schemeClr val="dk1"/>
              </a:solidFill>
              <a:latin typeface="Calibri"/>
              <a:ea typeface="Calibri"/>
              <a:cs typeface="Calibri"/>
              <a:sym typeface="Calibri"/>
            </a:endParaRPr>
          </a:p>
        </p:txBody>
      </p:sp>
      <p:sp>
        <p:nvSpPr>
          <p:cNvPr id="64" name="Google Shape;64;p1"/>
          <p:cNvSpPr txBox="1"/>
          <p:nvPr/>
        </p:nvSpPr>
        <p:spPr>
          <a:xfrm>
            <a:off x="315400" y="1882575"/>
            <a:ext cx="2570400" cy="61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PLATAFORMA VIRTUAL </a:t>
            </a:r>
            <a:endParaRPr b="0" i="0" sz="1800" u="none" cap="none" strike="noStrike">
              <a:solidFill>
                <a:schemeClr val="dk1"/>
              </a:solidFill>
              <a:latin typeface="Calibri"/>
              <a:ea typeface="Calibri"/>
              <a:cs typeface="Calibri"/>
              <a:sym typeface="Calibri"/>
            </a:endParaRPr>
          </a:p>
        </p:txBody>
      </p:sp>
      <p:sp>
        <p:nvSpPr>
          <p:cNvPr id="65" name="Google Shape;65;p1"/>
          <p:cNvSpPr txBox="1"/>
          <p:nvPr/>
        </p:nvSpPr>
        <p:spPr>
          <a:xfrm>
            <a:off x="3696363" y="2089150"/>
            <a:ext cx="3959400" cy="42345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sz="11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s-ES" sz="1700">
                <a:solidFill>
                  <a:schemeClr val="dk1"/>
                </a:solidFill>
              </a:rPr>
              <a:t>1. Ecosistema Cultural y Visión General</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ES" sz="1300">
                <a:solidFill>
                  <a:schemeClr val="dk1"/>
                </a:solidFill>
              </a:rPr>
              <a:t>La Fundación CAT propone la creación de un ecosistema cultural innovador, donde la tecnología y el arte se integran mediante una plataforma digital georreferenciada y un gran hito presencial: el </a:t>
            </a:r>
            <a:r>
              <a:rPr b="1" lang="es-ES" sz="1300">
                <a:solidFill>
                  <a:schemeClr val="dk1"/>
                </a:solidFill>
              </a:rPr>
              <a:t>Primer Festival de Artes Visuales  en Ñuñoa: “Un Viaje por las Artes”</a:t>
            </a:r>
            <a:r>
              <a:rPr lang="es-ES" sz="1300">
                <a:solidFill>
                  <a:schemeClr val="dk1"/>
                </a:solidFill>
              </a:rPr>
              <a: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ES" sz="1300">
                <a:solidFill>
                  <a:schemeClr val="dk1"/>
                </a:solidFill>
              </a:rPr>
              <a:t>Vivimos un momento de acelerada digitalización en todas nuestras comunicaciones. Sin embargo, en el campo artístico la presencialidad continúa siendo esencial. Por esta razón, diseñamos un sistema que comienza en el mundo digital pero que conduce directamente a la experiencia física del arte y sus espacios.</a:t>
            </a:r>
            <a:endParaRPr sz="1300">
              <a:solidFill>
                <a:schemeClr val="dk1"/>
              </a:solidFill>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6" name="Google Shape;66;p1" title="logo fundacion CAT.jpg"/>
          <p:cNvPicPr preferRelativeResize="0"/>
          <p:nvPr/>
        </p:nvPicPr>
        <p:blipFill rotWithShape="1">
          <a:blip r:embed="rId7">
            <a:alphaModFix/>
          </a:blip>
          <a:srcRect b="9140" l="0" r="0" t="0"/>
          <a:stretch/>
        </p:blipFill>
        <p:spPr>
          <a:xfrm>
            <a:off x="-5525" y="0"/>
            <a:ext cx="1275426" cy="1265251"/>
          </a:xfrm>
          <a:prstGeom prst="rect">
            <a:avLst/>
          </a:prstGeom>
          <a:noFill/>
          <a:ln>
            <a:noFill/>
          </a:ln>
        </p:spPr>
      </p:pic>
      <p:pic>
        <p:nvPicPr>
          <p:cNvPr id="67" name="Google Shape;67;p1" title="81BDC5C6-7B0C-4D96-8638-4EBD45C92F29_4_5005_c.jpeg"/>
          <p:cNvPicPr preferRelativeResize="0"/>
          <p:nvPr/>
        </p:nvPicPr>
        <p:blipFill>
          <a:blip r:embed="rId8">
            <a:alphaModFix/>
          </a:blip>
          <a:stretch>
            <a:fillRect/>
          </a:stretch>
        </p:blipFill>
        <p:spPr>
          <a:xfrm>
            <a:off x="10599100" y="1091325"/>
            <a:ext cx="1082875" cy="1054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3af3e35d221_0_6"/>
          <p:cNvSpPr txBox="1"/>
          <p:nvPr>
            <p:ph idx="1" type="body"/>
          </p:nvPr>
        </p:nvSpPr>
        <p:spPr>
          <a:xfrm>
            <a:off x="831850" y="355256"/>
            <a:ext cx="10534800" cy="5498100"/>
          </a:xfrm>
          <a:prstGeom prst="rect">
            <a:avLst/>
          </a:prstGeom>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b="1" lang="es-ES" sz="2100">
                <a:latin typeface="Arial"/>
                <a:ea typeface="Arial"/>
                <a:cs typeface="Arial"/>
                <a:sym typeface="Arial"/>
              </a:rPr>
              <a:t> Plataforma Digital – La Ruta del Arte</a:t>
            </a:r>
            <a:endParaRPr b="1"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s-ES" sz="1500">
                <a:latin typeface="Arial"/>
                <a:ea typeface="Arial"/>
                <a:cs typeface="Arial"/>
                <a:sym typeface="Arial"/>
              </a:rPr>
              <a:t>L</a:t>
            </a:r>
            <a:r>
              <a:rPr lang="es-ES" sz="1900">
                <a:latin typeface="Arial"/>
                <a:ea typeface="Arial"/>
                <a:cs typeface="Arial"/>
                <a:sym typeface="Arial"/>
              </a:rPr>
              <a:t>a Plataforma Digital será una Web App de uso intuitivo, sostenible y pensada para crecer a largo plazo. Permitirá ubicar en tiempo real talleres, artistas, exposiciones, espacios culturales y eventos activos dentro de la comuna. Será un punto de encuentro entre:</a:t>
            </a:r>
            <a:endParaRPr sz="1900">
              <a:latin typeface="Arial"/>
              <a:ea typeface="Arial"/>
              <a:cs typeface="Arial"/>
              <a:sym typeface="Arial"/>
            </a:endParaRPr>
          </a:p>
          <a:p>
            <a:pPr indent="-349250" lvl="0" marL="457200" rtl="0" algn="l">
              <a:lnSpc>
                <a:spcPct val="115000"/>
              </a:lnSpc>
              <a:spcBef>
                <a:spcPts val="1200"/>
              </a:spcBef>
              <a:spcAft>
                <a:spcPts val="0"/>
              </a:spcAft>
              <a:buClr>
                <a:schemeClr val="dk1"/>
              </a:buClr>
              <a:buSzPts val="1900"/>
              <a:buChar char="●"/>
            </a:pPr>
            <a:r>
              <a:rPr b="1" lang="es-ES" sz="1900">
                <a:latin typeface="Arial"/>
                <a:ea typeface="Arial"/>
                <a:cs typeface="Arial"/>
                <a:sym typeface="Arial"/>
              </a:rPr>
              <a:t>Artistas</a:t>
            </a:r>
            <a:r>
              <a:rPr lang="es-ES" sz="1900">
                <a:latin typeface="Arial"/>
                <a:ea typeface="Arial"/>
                <a:cs typeface="Arial"/>
                <a:sym typeface="Arial"/>
              </a:rPr>
              <a:t>: con perfiles públicos, portafolios autogestionables e integración de audio/video.</a:t>
            </a:r>
            <a:br>
              <a:rPr lang="es-E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Char char="●"/>
            </a:pPr>
            <a:r>
              <a:rPr b="1" lang="es-ES" sz="1900">
                <a:latin typeface="Arial"/>
                <a:ea typeface="Arial"/>
                <a:cs typeface="Arial"/>
                <a:sym typeface="Arial"/>
              </a:rPr>
              <a:t>Centros Culturales</a:t>
            </a:r>
            <a:r>
              <a:rPr lang="es-ES" sz="1900">
                <a:latin typeface="Arial"/>
                <a:ea typeface="Arial"/>
                <a:cs typeface="Arial"/>
                <a:sym typeface="Arial"/>
              </a:rPr>
              <a:t>: con fichas informativas, georreferenciación y cartelera actualizada.</a:t>
            </a:r>
            <a:br>
              <a:rPr lang="es-E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Char char="●"/>
            </a:pPr>
            <a:r>
              <a:rPr b="1" lang="es-ES" sz="1900">
                <a:latin typeface="Arial"/>
                <a:ea typeface="Arial"/>
                <a:cs typeface="Arial"/>
                <a:sym typeface="Arial"/>
              </a:rPr>
              <a:t>Amantes del Arte</a:t>
            </a:r>
            <a:r>
              <a:rPr lang="es-ES" sz="1900">
                <a:latin typeface="Arial"/>
                <a:ea typeface="Arial"/>
                <a:cs typeface="Arial"/>
                <a:sym typeface="Arial"/>
              </a:rPr>
              <a:t>: con herramientas de búsqueda, favoritos y notificaciones según su ubicación.</a:t>
            </a:r>
            <a:br>
              <a:rPr lang="es-ES" sz="1900">
                <a:latin typeface="Arial"/>
                <a:ea typeface="Arial"/>
                <a:cs typeface="Arial"/>
                <a:sym typeface="Arial"/>
              </a:rPr>
            </a:br>
            <a:endParaRPr sz="19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s-ES" sz="1900">
                <a:latin typeface="Arial"/>
                <a:ea typeface="Arial"/>
                <a:cs typeface="Arial"/>
                <a:sym typeface="Arial"/>
              </a:rPr>
              <a:t>La aplicación permitirá buscar por </a:t>
            </a:r>
            <a:r>
              <a:rPr b="1" lang="es-ES" sz="1900">
                <a:latin typeface="Arial"/>
                <a:ea typeface="Arial"/>
                <a:cs typeface="Arial"/>
                <a:sym typeface="Arial"/>
              </a:rPr>
              <a:t>disciplina, especialidad, nombre o ubicación</a:t>
            </a:r>
            <a:r>
              <a:rPr lang="es-ES" sz="1900">
                <a:latin typeface="Arial"/>
                <a:ea typeface="Arial"/>
                <a:cs typeface="Arial"/>
                <a:sym typeface="Arial"/>
              </a:rPr>
              <a:t>, generando una forma clara y eficiente de navegar el ecosistema artístico territorial.</a:t>
            </a:r>
            <a:br>
              <a:rPr lang="es-ES" sz="1900">
                <a:latin typeface="Arial"/>
                <a:ea typeface="Arial"/>
                <a:cs typeface="Arial"/>
                <a:sym typeface="Arial"/>
              </a:rPr>
            </a:br>
            <a:r>
              <a:rPr lang="es-ES" sz="1900">
                <a:latin typeface="Arial"/>
                <a:ea typeface="Arial"/>
                <a:cs typeface="Arial"/>
                <a:sym typeface="Arial"/>
              </a:rPr>
              <a:t> Se convertirá en un sistema único, independiente de redes sociales, dedicado exclusivamente a comunicar las actividades culturales de Ñuñoa.</a:t>
            </a:r>
            <a:endParaRPr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5"/>
          <p:cNvSpPr txBox="1"/>
          <p:nvPr>
            <p:ph type="title"/>
          </p:nvPr>
        </p:nvSpPr>
        <p:spPr>
          <a:xfrm>
            <a:off x="469131" y="243632"/>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00"/>
              </a:buClr>
              <a:buSzPts val="4200"/>
              <a:buFont typeface="Century Gothic"/>
              <a:buNone/>
            </a:pPr>
            <a:r>
              <a:rPr lang="es-ES" sz="3500" u="sng">
                <a:solidFill>
                  <a:schemeClr val="hlink"/>
                </a:solidFill>
              </a:rPr>
              <a:t>INSCRIBETE  </a:t>
            </a:r>
            <a:endParaRPr sz="3500" u="sng">
              <a:solidFill>
                <a:schemeClr val="hlink"/>
              </a:solidFill>
            </a:endParaRPr>
          </a:p>
        </p:txBody>
      </p:sp>
      <p:sp>
        <p:nvSpPr>
          <p:cNvPr id="78" name="Google Shape;78;p5"/>
          <p:cNvSpPr txBox="1"/>
          <p:nvPr>
            <p:ph idx="1" type="body"/>
          </p:nvPr>
        </p:nvSpPr>
        <p:spPr>
          <a:xfrm>
            <a:off x="1103309" y="2000250"/>
            <a:ext cx="3792600" cy="4248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560"/>
              <a:buNone/>
            </a:pPr>
            <a:r>
              <a:rPr lang="es-ES" sz="3200"/>
              <a:t>Te puedes inscribir</a:t>
            </a:r>
            <a:endParaRPr/>
          </a:p>
          <a:p>
            <a:pPr indent="0" lvl="0" marL="0" rtl="0" algn="l">
              <a:lnSpc>
                <a:spcPct val="100000"/>
              </a:lnSpc>
              <a:spcBef>
                <a:spcPts val="1000"/>
              </a:spcBef>
              <a:spcAft>
                <a:spcPts val="0"/>
              </a:spcAft>
              <a:buSzPts val="1600"/>
              <a:buNone/>
            </a:pPr>
            <a:r>
              <a:rPr lang="es-ES"/>
              <a:t>                                                                                                                                          </a:t>
            </a:r>
            <a:endParaRPr/>
          </a:p>
          <a:p>
            <a:pPr indent="-241300" lvl="0" marL="342900" rtl="0" algn="l">
              <a:lnSpc>
                <a:spcPct val="100000"/>
              </a:lnSpc>
              <a:spcBef>
                <a:spcPts val="1000"/>
              </a:spcBef>
              <a:spcAft>
                <a:spcPts val="0"/>
              </a:spcAft>
              <a:buSzPts val="1600"/>
              <a:buNone/>
            </a:pPr>
            <a:r>
              <a:rPr lang="es-ES" u="sng">
                <a:solidFill>
                  <a:schemeClr val="hlink"/>
                </a:solidFill>
                <a:hlinkClick action="ppaction://hlinksldjump" r:id="rId3"/>
              </a:rPr>
              <a:t>Espacio cultural </a:t>
            </a:r>
            <a:endParaRPr/>
          </a:p>
          <a:p>
            <a:pPr indent="-241300" lvl="0" marL="34290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rPr lang="es-ES" u="sng">
                <a:solidFill>
                  <a:schemeClr val="hlink"/>
                </a:solidFill>
                <a:hlinkClick action="ppaction://hlinksldjump" r:id="rId4"/>
              </a:rPr>
              <a:t>Amante de las artes </a:t>
            </a:r>
            <a:endParaRPr/>
          </a:p>
          <a:p>
            <a:pPr indent="-241300" lvl="0" marL="34290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rPr lang="es-ES" u="sng">
                <a:solidFill>
                  <a:schemeClr val="hlink"/>
                </a:solidFill>
                <a:hlinkClick action="ppaction://hlinksldjump" r:id="rId5"/>
              </a:rPr>
              <a:t>Artista   </a:t>
            </a:r>
            <a:endParaRPr/>
          </a:p>
          <a:p>
            <a:pPr indent="0" lvl="0" marL="0" rtl="0" algn="l">
              <a:lnSpc>
                <a:spcPct val="100000"/>
              </a:lnSpc>
              <a:spcBef>
                <a:spcPts val="1000"/>
              </a:spcBef>
              <a:spcAft>
                <a:spcPts val="0"/>
              </a:spcAft>
              <a:buSzPts val="1600"/>
              <a:buNone/>
            </a:pPr>
            <a:r>
              <a:t/>
            </a:r>
            <a:endParaRPr/>
          </a:p>
        </p:txBody>
      </p:sp>
      <p:sp>
        <p:nvSpPr>
          <p:cNvPr id="79" name="Google Shape;79;p5">
            <a:hlinkClick action="ppaction://hlinksldjump" r:id="rId6"/>
          </p:cNvPr>
          <p:cNvSpPr/>
          <p:nvPr/>
        </p:nvSpPr>
        <p:spPr>
          <a:xfrm>
            <a:off x="804908" y="3036248"/>
            <a:ext cx="359100" cy="359100"/>
          </a:xfrm>
          <a:prstGeom prst="ellipse">
            <a:avLst/>
          </a:prstGeom>
          <a:solidFill>
            <a:srgbClr val="00B0F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0" name="Google Shape;80;p5">
            <a:hlinkClick action="ppaction://hlinksldjump" r:id="rId7"/>
          </p:cNvPr>
          <p:cNvSpPr/>
          <p:nvPr/>
        </p:nvSpPr>
        <p:spPr>
          <a:xfrm>
            <a:off x="804900" y="3821650"/>
            <a:ext cx="359100" cy="359100"/>
          </a:xfrm>
          <a:prstGeom prst="ellipse">
            <a:avLst/>
          </a:prstGeom>
          <a:solidFill>
            <a:srgbClr val="FFFF0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1" name="Google Shape;81;p5">
            <a:hlinkClick action="ppaction://hlinksldjump" r:id="rId8"/>
          </p:cNvPr>
          <p:cNvSpPr/>
          <p:nvPr/>
        </p:nvSpPr>
        <p:spPr>
          <a:xfrm>
            <a:off x="804908" y="4607049"/>
            <a:ext cx="359100" cy="3591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82" name="Google Shape;82;p5">
            <a:hlinkClick action="ppaction://hlinksldjump" r:id="rId9"/>
          </p:cNvPr>
          <p:cNvPicPr preferRelativeResize="0"/>
          <p:nvPr/>
        </p:nvPicPr>
        <p:blipFill rotWithShape="1">
          <a:blip r:embed="rId10">
            <a:alphaModFix/>
          </a:blip>
          <a:srcRect b="0" l="0" r="0" t="0"/>
          <a:stretch/>
        </p:blipFill>
        <p:spPr>
          <a:xfrm>
            <a:off x="4591050" y="943897"/>
            <a:ext cx="5356060" cy="5331697"/>
          </a:xfrm>
          <a:prstGeom prst="rect">
            <a:avLst/>
          </a:prstGeom>
          <a:noFill/>
          <a:ln>
            <a:noFill/>
          </a:ln>
        </p:spPr>
      </p:pic>
      <p:sp>
        <p:nvSpPr>
          <p:cNvPr id="83" name="Google Shape;83;p5"/>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4" name="Google Shape;84;p5"/>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5" name="Google Shape;85;p5"/>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6" name="Google Shape;86;p5"/>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7" name="Google Shape;87;p5"/>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8" name="Google Shape;88;p5"/>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5"/>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0" name="Google Shape;90;p5"/>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1" name="Google Shape;91;p5"/>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2" name="Google Shape;92;p5"/>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3" name="Google Shape;93;p5"/>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4" name="Google Shape;94;p5"/>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5" name="Google Shape;95;p5"/>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6" name="Google Shape;96;p5"/>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7" name="Google Shape;97;p5"/>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8" name="Google Shape;98;p5"/>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9" name="Google Shape;99;p5"/>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0" name="Google Shape;100;p5"/>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1" name="Google Shape;101;p5"/>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2" name="Google Shape;102;p5"/>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3" name="Google Shape;103;p5"/>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4" name="Google Shape;104;p5"/>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5" name="Google Shape;105;p5"/>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6" name="Google Shape;106;p5"/>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7" name="Google Shape;107;p5"/>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8" name="Google Shape;108;p5"/>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9" name="Google Shape;109;p5"/>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0" name="Google Shape;110;p5"/>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1" name="Google Shape;111;p5"/>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2" name="Google Shape;112;p5"/>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3" name="Google Shape;113;p5"/>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4" name="Google Shape;114;p5"/>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5" name="Google Shape;115;p5"/>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6" name="Google Shape;116;p5"/>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7" name="Google Shape;117;p5"/>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8" name="Google Shape;118;p5"/>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9" name="Google Shape;119;p5"/>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0" name="Google Shape;120;p5"/>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1" name="Google Shape;121;p5"/>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2" name="Google Shape;122;p5"/>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3" name="Google Shape;123;p5"/>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4" name="Google Shape;124;p5"/>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5" name="Google Shape;125;p5"/>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6" name="Google Shape;126;p5"/>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7" name="Google Shape;127;p5"/>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8" name="Google Shape;128;p5"/>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9" name="Google Shape;129;p5"/>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0" name="Google Shape;130;p5"/>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1" name="Google Shape;131;p5"/>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2" name="Google Shape;132;p5"/>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3" name="Google Shape;133;p5"/>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4" name="Google Shape;134;p5"/>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5" name="Google Shape;135;p5"/>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6" name="Google Shape;136;p5"/>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7" name="Google Shape;137;p5"/>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8" name="Google Shape;138;p5"/>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9" name="Google Shape;139;p5"/>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40" name="Google Shape;140;p5"/>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41" name="Google Shape;141;p5"/>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42" name="Google Shape;142;p5"/>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43" name="Google Shape;143;p5"/>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44" name="Google Shape;144;p5"/>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45" name="Google Shape;145;p5"/>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46" name="Google Shape;146;p5"/>
          <p:cNvSpPr txBox="1"/>
          <p:nvPr/>
        </p:nvSpPr>
        <p:spPr>
          <a:xfrm>
            <a:off x="8508570" y="2887850"/>
            <a:ext cx="249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GEOREFERENCiADO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95959"/>
        </a:solidFill>
      </p:bgPr>
    </p:bg>
    <p:spTree>
      <p:nvGrpSpPr>
        <p:cNvPr id="150" name="Shape 150"/>
        <p:cNvGrpSpPr/>
        <p:nvPr/>
      </p:nvGrpSpPr>
      <p:grpSpPr>
        <a:xfrm>
          <a:off x="0" y="0"/>
          <a:ext cx="0" cy="0"/>
          <a:chOff x="0" y="0"/>
          <a:chExt cx="0" cy="0"/>
        </a:xfrm>
      </p:grpSpPr>
      <p:sp>
        <p:nvSpPr>
          <p:cNvPr id="151" name="Google Shape;151;p7"/>
          <p:cNvSpPr txBox="1"/>
          <p:nvPr>
            <p:ph type="title"/>
          </p:nvPr>
        </p:nvSpPr>
        <p:spPr>
          <a:xfrm>
            <a:off x="469131" y="243632"/>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s-ES"/>
              <a:t>INSCRIBETE </a:t>
            </a:r>
            <a:br>
              <a:rPr lang="es-ES"/>
            </a:br>
            <a:r>
              <a:rPr lang="es-ES"/>
              <a:t>         Artista </a:t>
            </a:r>
            <a:br>
              <a:rPr lang="es-ES"/>
            </a:br>
            <a:endParaRPr/>
          </a:p>
        </p:txBody>
      </p:sp>
      <p:sp>
        <p:nvSpPr>
          <p:cNvPr id="152" name="Google Shape;152;p7"/>
          <p:cNvSpPr txBox="1"/>
          <p:nvPr>
            <p:ph idx="1" type="body"/>
          </p:nvPr>
        </p:nvSpPr>
        <p:spPr>
          <a:xfrm>
            <a:off x="300816" y="2029529"/>
            <a:ext cx="8946600" cy="4195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s-ES"/>
              <a:t>Sube tu obra acá </a:t>
            </a:r>
            <a:endParaRPr/>
          </a:p>
          <a:p>
            <a:pPr indent="-241300" lvl="0" marL="34290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p:txBody>
      </p:sp>
      <p:sp>
        <p:nvSpPr>
          <p:cNvPr id="153" name="Google Shape;153;p7"/>
          <p:cNvSpPr/>
          <p:nvPr/>
        </p:nvSpPr>
        <p:spPr>
          <a:xfrm>
            <a:off x="1282923" y="1089764"/>
            <a:ext cx="359100" cy="3591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154" name="Google Shape;154;p7"/>
          <p:cNvPicPr preferRelativeResize="0"/>
          <p:nvPr/>
        </p:nvPicPr>
        <p:blipFill rotWithShape="1">
          <a:blip r:embed="rId3">
            <a:alphaModFix/>
          </a:blip>
          <a:srcRect b="0" l="0" r="0" t="0"/>
          <a:stretch/>
        </p:blipFill>
        <p:spPr>
          <a:xfrm>
            <a:off x="4496930" y="943897"/>
            <a:ext cx="5450179" cy="5331697"/>
          </a:xfrm>
          <a:prstGeom prst="rect">
            <a:avLst/>
          </a:prstGeom>
          <a:noFill/>
          <a:ln>
            <a:noFill/>
          </a:ln>
        </p:spPr>
      </p:pic>
      <p:sp>
        <p:nvSpPr>
          <p:cNvPr id="155" name="Google Shape;155;p7"/>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56" name="Google Shape;156;p7"/>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57" name="Google Shape;157;p7"/>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58" name="Google Shape;158;p7"/>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59" name="Google Shape;159;p7"/>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0" name="Google Shape;160;p7"/>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1" name="Google Shape;161;p7"/>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2" name="Google Shape;162;p7"/>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3" name="Google Shape;163;p7"/>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4" name="Google Shape;164;p7"/>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5" name="Google Shape;165;p7"/>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6" name="Google Shape;166;p7"/>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7" name="Google Shape;167;p7"/>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8" name="Google Shape;168;p7"/>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69" name="Google Shape;169;p7"/>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0" name="Google Shape;170;p7"/>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1" name="Google Shape;171;p7"/>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2" name="Google Shape;172;p7"/>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3" name="Google Shape;173;p7"/>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4" name="Google Shape;174;p7"/>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5" name="Google Shape;175;p7"/>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6" name="Google Shape;176;p7"/>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7" name="Google Shape;177;p7"/>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8" name="Google Shape;178;p7"/>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9" name="Google Shape;179;p7"/>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0" name="Google Shape;180;p7"/>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1" name="Google Shape;181;p7"/>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2" name="Google Shape;182;p7"/>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3" name="Google Shape;183;p7"/>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4" name="Google Shape;184;p7"/>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5" name="Google Shape;185;p7"/>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6" name="Google Shape;186;p7"/>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7" name="Google Shape;187;p7"/>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8" name="Google Shape;188;p7"/>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9" name="Google Shape;189;p7"/>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0" name="Google Shape;190;p7"/>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1" name="Google Shape;191;p7"/>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2" name="Google Shape;192;p7"/>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3" name="Google Shape;193;p7"/>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4" name="Google Shape;194;p7"/>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5" name="Google Shape;195;p7"/>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6" name="Google Shape;196;p7"/>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7" name="Google Shape;197;p7"/>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8" name="Google Shape;198;p7"/>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99" name="Google Shape;199;p7"/>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0" name="Google Shape;200;p7"/>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1" name="Google Shape;201;p7"/>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2" name="Google Shape;202;p7"/>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3" name="Google Shape;203;p7"/>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4" name="Google Shape;204;p7"/>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5" name="Google Shape;205;p7"/>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6" name="Google Shape;206;p7"/>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7" name="Google Shape;207;p7"/>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8" name="Google Shape;208;p7"/>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09" name="Google Shape;209;p7"/>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0" name="Google Shape;210;p7"/>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1" name="Google Shape;211;p7"/>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2" name="Google Shape;212;p7"/>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3" name="Google Shape;213;p7"/>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4" name="Google Shape;214;p7"/>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5" name="Google Shape;215;p7"/>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6" name="Google Shape;216;p7"/>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7" name="Google Shape;217;p7"/>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8" name="Google Shape;218;p7"/>
          <p:cNvSpPr txBox="1"/>
          <p:nvPr/>
        </p:nvSpPr>
        <p:spPr>
          <a:xfrm>
            <a:off x="8508570" y="2887850"/>
            <a:ext cx="249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GEOREFERENCIADO </a:t>
            </a:r>
            <a:endParaRPr b="0" i="0" sz="1800" u="none" cap="none" strike="noStrike">
              <a:solidFill>
                <a:schemeClr val="lt1"/>
              </a:solidFill>
              <a:latin typeface="Century Gothic"/>
              <a:ea typeface="Century Gothic"/>
              <a:cs typeface="Century Gothic"/>
              <a:sym typeface="Century Gothic"/>
            </a:endParaRPr>
          </a:p>
        </p:txBody>
      </p:sp>
      <p:pic>
        <p:nvPicPr>
          <p:cNvPr id="219" name="Google Shape;219;p7"/>
          <p:cNvPicPr preferRelativeResize="0"/>
          <p:nvPr/>
        </p:nvPicPr>
        <p:blipFill rotWithShape="1">
          <a:blip r:embed="rId4">
            <a:alphaModFix/>
          </a:blip>
          <a:srcRect b="0" l="0" r="0" t="0"/>
          <a:stretch/>
        </p:blipFill>
        <p:spPr>
          <a:xfrm>
            <a:off x="2054091" y="2534090"/>
            <a:ext cx="2867416" cy="2761412"/>
          </a:xfrm>
          <a:prstGeom prst="rect">
            <a:avLst/>
          </a:prstGeom>
          <a:noFill/>
          <a:ln>
            <a:noFill/>
          </a:ln>
        </p:spPr>
      </p:pic>
      <p:pic>
        <p:nvPicPr>
          <p:cNvPr id="220" name="Google Shape;220;p7"/>
          <p:cNvPicPr preferRelativeResize="0"/>
          <p:nvPr/>
        </p:nvPicPr>
        <p:blipFill rotWithShape="1">
          <a:blip r:embed="rId5">
            <a:alphaModFix/>
          </a:blip>
          <a:srcRect b="0" l="0" r="0" t="0"/>
          <a:stretch/>
        </p:blipFill>
        <p:spPr>
          <a:xfrm>
            <a:off x="2057041" y="5382379"/>
            <a:ext cx="1677885" cy="788856"/>
          </a:xfrm>
          <a:prstGeom prst="rect">
            <a:avLst/>
          </a:prstGeom>
          <a:noFill/>
          <a:ln>
            <a:noFill/>
          </a:ln>
        </p:spPr>
      </p:pic>
      <p:pic>
        <p:nvPicPr>
          <p:cNvPr id="221" name="Google Shape;221;p7"/>
          <p:cNvPicPr preferRelativeResize="0"/>
          <p:nvPr/>
        </p:nvPicPr>
        <p:blipFill rotWithShape="1">
          <a:blip r:embed="rId6">
            <a:alphaModFix/>
          </a:blip>
          <a:srcRect b="0" l="0" r="0" t="0"/>
          <a:stretch/>
        </p:blipFill>
        <p:spPr>
          <a:xfrm>
            <a:off x="3758893" y="5371959"/>
            <a:ext cx="866087" cy="762215"/>
          </a:xfrm>
          <a:prstGeom prst="rect">
            <a:avLst/>
          </a:prstGeom>
          <a:noFill/>
          <a:ln>
            <a:noFill/>
          </a:ln>
        </p:spPr>
      </p:pic>
      <p:pic>
        <p:nvPicPr>
          <p:cNvPr id="222" name="Google Shape;222;p7"/>
          <p:cNvPicPr preferRelativeResize="0"/>
          <p:nvPr/>
        </p:nvPicPr>
        <p:blipFill rotWithShape="1">
          <a:blip r:embed="rId7">
            <a:alphaModFix/>
          </a:blip>
          <a:srcRect b="0" l="0" r="0" t="0"/>
          <a:stretch/>
        </p:blipFill>
        <p:spPr>
          <a:xfrm>
            <a:off x="4653449" y="5357170"/>
            <a:ext cx="989119" cy="802763"/>
          </a:xfrm>
          <a:prstGeom prst="rect">
            <a:avLst/>
          </a:prstGeom>
          <a:noFill/>
          <a:ln>
            <a:noFill/>
          </a:ln>
        </p:spPr>
      </p:pic>
      <p:pic>
        <p:nvPicPr>
          <p:cNvPr id="223" name="Google Shape;223;p7"/>
          <p:cNvPicPr preferRelativeResize="0"/>
          <p:nvPr/>
        </p:nvPicPr>
        <p:blipFill rotWithShape="1">
          <a:blip r:embed="rId8">
            <a:alphaModFix/>
          </a:blip>
          <a:srcRect b="0" l="0" r="0" t="0"/>
          <a:stretch/>
        </p:blipFill>
        <p:spPr>
          <a:xfrm>
            <a:off x="5659887" y="5348207"/>
            <a:ext cx="828911" cy="797273"/>
          </a:xfrm>
          <a:prstGeom prst="rect">
            <a:avLst/>
          </a:prstGeom>
          <a:noFill/>
          <a:ln>
            <a:noFill/>
          </a:ln>
        </p:spPr>
      </p:pic>
      <p:pic>
        <p:nvPicPr>
          <p:cNvPr id="224" name="Google Shape;224;p7"/>
          <p:cNvPicPr preferRelativeResize="0"/>
          <p:nvPr/>
        </p:nvPicPr>
        <p:blipFill rotWithShape="1">
          <a:blip r:embed="rId9">
            <a:alphaModFix/>
          </a:blip>
          <a:srcRect b="0" l="0" r="0" t="0"/>
          <a:stretch/>
        </p:blipFill>
        <p:spPr>
          <a:xfrm>
            <a:off x="6539958" y="5356116"/>
            <a:ext cx="1955280" cy="840837"/>
          </a:xfrm>
          <a:prstGeom prst="rect">
            <a:avLst/>
          </a:prstGeom>
          <a:noFill/>
          <a:ln>
            <a:noFill/>
          </a:ln>
        </p:spPr>
      </p:pic>
      <p:pic>
        <p:nvPicPr>
          <p:cNvPr id="225" name="Google Shape;225;p7"/>
          <p:cNvPicPr preferRelativeResize="0"/>
          <p:nvPr/>
        </p:nvPicPr>
        <p:blipFill rotWithShape="1">
          <a:blip r:embed="rId10">
            <a:alphaModFix/>
          </a:blip>
          <a:srcRect b="0" l="0" r="0" t="0"/>
          <a:stretch/>
        </p:blipFill>
        <p:spPr>
          <a:xfrm>
            <a:off x="8521450" y="5354241"/>
            <a:ext cx="709181" cy="859200"/>
          </a:xfrm>
          <a:prstGeom prst="rect">
            <a:avLst/>
          </a:prstGeom>
          <a:noFill/>
          <a:ln>
            <a:noFill/>
          </a:ln>
        </p:spPr>
      </p:pic>
      <p:sp>
        <p:nvSpPr>
          <p:cNvPr id="226" name="Google Shape;226;p7">
            <a:hlinkClick action="ppaction://hlinksldjump" r:id="rId11"/>
          </p:cNvPr>
          <p:cNvSpPr/>
          <p:nvPr/>
        </p:nvSpPr>
        <p:spPr>
          <a:xfrm>
            <a:off x="-22223" y="0"/>
            <a:ext cx="12192000" cy="6858000"/>
          </a:xfrm>
          <a:prstGeom prst="rect">
            <a:avLst/>
          </a:prstGeom>
          <a:no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6"/>
          <p:cNvSpPr txBox="1"/>
          <p:nvPr>
            <p:ph idx="1" type="body"/>
          </p:nvPr>
        </p:nvSpPr>
        <p:spPr>
          <a:xfrm>
            <a:off x="242362" y="1960925"/>
            <a:ext cx="8514600" cy="29559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s-ES"/>
              <a:t>Registra tus eventos en nuestro calendario </a:t>
            </a:r>
            <a:endParaRPr/>
          </a:p>
        </p:txBody>
      </p:sp>
      <p:sp>
        <p:nvSpPr>
          <p:cNvPr id="232" name="Google Shape;232;p6"/>
          <p:cNvSpPr/>
          <p:nvPr/>
        </p:nvSpPr>
        <p:spPr>
          <a:xfrm>
            <a:off x="623239" y="1089764"/>
            <a:ext cx="359100" cy="359100"/>
          </a:xfrm>
          <a:prstGeom prst="ellipse">
            <a:avLst/>
          </a:prstGeom>
          <a:solidFill>
            <a:srgbClr val="00B0F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233" name="Google Shape;233;p6">
            <a:hlinkClick action="ppaction://hlinksldjump" r:id="rId3"/>
          </p:cNvPr>
          <p:cNvPicPr preferRelativeResize="0"/>
          <p:nvPr/>
        </p:nvPicPr>
        <p:blipFill rotWithShape="1">
          <a:blip r:embed="rId4">
            <a:alphaModFix/>
          </a:blip>
          <a:srcRect b="0" l="0" r="0" t="0"/>
          <a:stretch/>
        </p:blipFill>
        <p:spPr>
          <a:xfrm>
            <a:off x="4487176" y="1026668"/>
            <a:ext cx="5450179" cy="5331697"/>
          </a:xfrm>
          <a:prstGeom prst="rect">
            <a:avLst/>
          </a:prstGeom>
          <a:noFill/>
          <a:ln>
            <a:noFill/>
          </a:ln>
        </p:spPr>
      </p:pic>
      <p:sp>
        <p:nvSpPr>
          <p:cNvPr id="234" name="Google Shape;234;p6"/>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35" name="Google Shape;235;p6"/>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36" name="Google Shape;236;p6"/>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37" name="Google Shape;237;p6"/>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38" name="Google Shape;238;p6"/>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39" name="Google Shape;239;p6"/>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0" name="Google Shape;240;p6"/>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1" name="Google Shape;241;p6"/>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2" name="Google Shape;242;p6"/>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3" name="Google Shape;243;p6"/>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4" name="Google Shape;244;p6"/>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5" name="Google Shape;245;p6"/>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6" name="Google Shape;246;p6"/>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7" name="Google Shape;247;p6"/>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8" name="Google Shape;248;p6"/>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9" name="Google Shape;249;p6"/>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0" name="Google Shape;250;p6"/>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1" name="Google Shape;251;p6"/>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2" name="Google Shape;252;p6"/>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3" name="Google Shape;253;p6"/>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4" name="Google Shape;254;p6"/>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5" name="Google Shape;255;p6"/>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6" name="Google Shape;256;p6"/>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7" name="Google Shape;257;p6"/>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8" name="Google Shape;258;p6"/>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9" name="Google Shape;259;p6"/>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0" name="Google Shape;260;p6"/>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1" name="Google Shape;261;p6"/>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2" name="Google Shape;262;p6"/>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3" name="Google Shape;263;p6"/>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4" name="Google Shape;264;p6"/>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5" name="Google Shape;265;p6"/>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6" name="Google Shape;266;p6"/>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7" name="Google Shape;267;p6"/>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8" name="Google Shape;268;p6"/>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9" name="Google Shape;269;p6"/>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0" name="Google Shape;270;p6"/>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1" name="Google Shape;271;p6"/>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2" name="Google Shape;272;p6"/>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3" name="Google Shape;273;p6"/>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4" name="Google Shape;274;p6"/>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5" name="Google Shape;275;p6"/>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6" name="Google Shape;276;p6"/>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7" name="Google Shape;277;p6"/>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8" name="Google Shape;278;p6"/>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9" name="Google Shape;279;p6"/>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0" name="Google Shape;280;p6"/>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1" name="Google Shape;281;p6"/>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2" name="Google Shape;282;p6"/>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3" name="Google Shape;283;p6"/>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4" name="Google Shape;284;p6"/>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5" name="Google Shape;285;p6"/>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6" name="Google Shape;286;p6"/>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7" name="Google Shape;287;p6"/>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8" name="Google Shape;288;p6"/>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89" name="Google Shape;289;p6"/>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0" name="Google Shape;290;p6"/>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1" name="Google Shape;291;p6"/>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2" name="Google Shape;292;p6"/>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3" name="Google Shape;293;p6"/>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4" name="Google Shape;294;p6"/>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5" name="Google Shape;295;p6"/>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6" name="Google Shape;296;p6"/>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7" name="Google Shape;297;p6"/>
          <p:cNvSpPr txBox="1"/>
          <p:nvPr/>
        </p:nvSpPr>
        <p:spPr>
          <a:xfrm>
            <a:off x="8508570" y="2887850"/>
            <a:ext cx="249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GEOREFERENCIADO </a:t>
            </a:r>
            <a:endParaRPr b="0" i="0" sz="1800" u="none" cap="none" strike="noStrike">
              <a:solidFill>
                <a:schemeClr val="lt1"/>
              </a:solidFill>
              <a:latin typeface="Century Gothic"/>
              <a:ea typeface="Century Gothic"/>
              <a:cs typeface="Century Gothic"/>
              <a:sym typeface="Century Gothic"/>
            </a:endParaRPr>
          </a:p>
        </p:txBody>
      </p:sp>
      <p:sp>
        <p:nvSpPr>
          <p:cNvPr id="298" name="Google Shape;298;p6"/>
          <p:cNvSpPr txBox="1"/>
          <p:nvPr>
            <p:ph type="title"/>
          </p:nvPr>
        </p:nvSpPr>
        <p:spPr>
          <a:xfrm>
            <a:off x="430819" y="196233"/>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s-ES"/>
              <a:t>INSCRIBETE  </a:t>
            </a:r>
            <a:br>
              <a:rPr lang="es-ES"/>
            </a:br>
            <a:r>
              <a:rPr lang="es-ES"/>
              <a:t>    </a:t>
            </a:r>
            <a:r>
              <a:rPr lang="es-ES">
                <a:solidFill>
                  <a:srgbClr val="00B0F0"/>
                </a:solidFill>
              </a:rPr>
              <a:t>Espacio cultural </a:t>
            </a:r>
            <a:br>
              <a:rPr lang="es-ES"/>
            </a:br>
            <a:endParaRPr/>
          </a:p>
        </p:txBody>
      </p:sp>
      <p:graphicFrame>
        <p:nvGraphicFramePr>
          <p:cNvPr id="299" name="Google Shape;299;p6"/>
          <p:cNvGraphicFramePr/>
          <p:nvPr/>
        </p:nvGraphicFramePr>
        <p:xfrm>
          <a:off x="430819" y="2608858"/>
          <a:ext cx="3000000" cy="3000000"/>
        </p:xfrm>
        <a:graphic>
          <a:graphicData uri="http://schemas.openxmlformats.org/drawingml/2006/table">
            <a:tbl>
              <a:tblPr bandRow="1" firstRow="1">
                <a:noFill/>
                <a:tableStyleId>{961DD0A4-EE90-4515-9F85-0030982B9BC7}</a:tableStyleId>
              </a:tblPr>
              <a:tblGrid>
                <a:gridCol w="1016000"/>
                <a:gridCol w="1016000"/>
                <a:gridCol w="1016000"/>
                <a:gridCol w="1016000"/>
                <a:gridCol w="1016000"/>
                <a:gridCol w="1016000"/>
                <a:gridCol w="1016000"/>
                <a:gridCol w="10160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ENERO</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6</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7</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8</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9</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11</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16</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17</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18</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19</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21</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24</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27</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28</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29</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30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31</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s-ES" sz="1400" u="none" cap="none" strike="noStrike"/>
                        <a:t>FEBRERO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6</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7</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8</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9</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11</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13</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15</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16</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17</a:t>
                      </a:r>
                      <a:endParaRPr sz="1800" u="none" cap="none" strike="noStrike"/>
                    </a:p>
                  </a:txBody>
                  <a:tcPr marT="45725" marB="45725" marR="91450" marL="91450"/>
                </a:tc>
              </a:tr>
            </a:tbl>
          </a:graphicData>
        </a:graphic>
      </p:graphicFrame>
      <p:sp>
        <p:nvSpPr>
          <p:cNvPr id="300" name="Google Shape;300;p6">
            <a:hlinkClick action="ppaction://hlinksldjump" r:id="rId5"/>
          </p:cNvPr>
          <p:cNvSpPr/>
          <p:nvPr/>
        </p:nvSpPr>
        <p:spPr>
          <a:xfrm>
            <a:off x="0" y="0"/>
            <a:ext cx="12192000" cy="6858000"/>
          </a:xfrm>
          <a:prstGeom prst="rect">
            <a:avLst/>
          </a:prstGeom>
          <a:no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FBFBF"/>
        </a:solidFill>
      </p:bgPr>
    </p:bg>
    <p:spTree>
      <p:nvGrpSpPr>
        <p:cNvPr id="304" name="Shape 304"/>
        <p:cNvGrpSpPr/>
        <p:nvPr/>
      </p:nvGrpSpPr>
      <p:grpSpPr>
        <a:xfrm>
          <a:off x="0" y="0"/>
          <a:ext cx="0" cy="0"/>
          <a:chOff x="0" y="0"/>
          <a:chExt cx="0" cy="0"/>
        </a:xfrm>
      </p:grpSpPr>
      <p:sp>
        <p:nvSpPr>
          <p:cNvPr id="305" name="Google Shape;305;p8"/>
          <p:cNvSpPr txBox="1"/>
          <p:nvPr>
            <p:ph idx="1" type="body"/>
          </p:nvPr>
        </p:nvSpPr>
        <p:spPr>
          <a:xfrm>
            <a:off x="831852" y="1684337"/>
            <a:ext cx="10534800" cy="4610100"/>
          </a:xfrm>
          <a:prstGeom prst="rect">
            <a:avLst/>
          </a:prstGeom>
          <a:noFill/>
          <a:ln>
            <a:noFill/>
          </a:ln>
        </p:spPr>
        <p:txBody>
          <a:bodyPr anchorCtr="0" anchor="t" bIns="45700" lIns="91425" spcFirstLastPara="1" rIns="91425" wrap="square" tIns="45700">
            <a:normAutofit/>
          </a:bodyPr>
          <a:lstStyle/>
          <a:p>
            <a:pPr indent="-241300" lvl="0" marL="342900" rtl="0" algn="l">
              <a:lnSpc>
                <a:spcPct val="100000"/>
              </a:lnSpc>
              <a:spcBef>
                <a:spcPts val="0"/>
              </a:spcBef>
              <a:spcAft>
                <a:spcPts val="0"/>
              </a:spcAft>
              <a:buSzPts val="1600"/>
              <a:buNone/>
            </a:pPr>
            <a:r>
              <a:t/>
            </a:r>
            <a:endParaRPr/>
          </a:p>
          <a:p>
            <a:pPr indent="-241300" lvl="0" marL="34290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rPr lang="es-ES"/>
              <a:t> </a:t>
            </a:r>
            <a:endParaRPr/>
          </a:p>
          <a:p>
            <a:pPr indent="-241300" lvl="0" marL="342900" rtl="0" algn="l">
              <a:lnSpc>
                <a:spcPct val="100000"/>
              </a:lnSpc>
              <a:spcBef>
                <a:spcPts val="1000"/>
              </a:spcBef>
              <a:spcAft>
                <a:spcPts val="0"/>
              </a:spcAft>
              <a:buSzPts val="1600"/>
              <a:buNone/>
            </a:pPr>
            <a:r>
              <a:t/>
            </a:r>
            <a:endParaRPr/>
          </a:p>
        </p:txBody>
      </p:sp>
      <p:sp>
        <p:nvSpPr>
          <p:cNvPr id="306" name="Google Shape;306;p8"/>
          <p:cNvSpPr/>
          <p:nvPr/>
        </p:nvSpPr>
        <p:spPr>
          <a:xfrm>
            <a:off x="1944187" y="1073881"/>
            <a:ext cx="359100" cy="359100"/>
          </a:xfrm>
          <a:prstGeom prst="ellipse">
            <a:avLst/>
          </a:prstGeom>
          <a:solidFill>
            <a:srgbClr val="FFFF0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307" name="Google Shape;307;p8"/>
          <p:cNvPicPr preferRelativeResize="0"/>
          <p:nvPr/>
        </p:nvPicPr>
        <p:blipFill rotWithShape="1">
          <a:blip r:embed="rId3">
            <a:alphaModFix/>
          </a:blip>
          <a:srcRect b="0" l="0" r="0" t="0"/>
          <a:stretch/>
        </p:blipFill>
        <p:spPr>
          <a:xfrm>
            <a:off x="4496930" y="943897"/>
            <a:ext cx="5450179" cy="5331697"/>
          </a:xfrm>
          <a:prstGeom prst="rect">
            <a:avLst/>
          </a:prstGeom>
          <a:noFill/>
          <a:ln>
            <a:noFill/>
          </a:ln>
        </p:spPr>
      </p:pic>
      <p:sp>
        <p:nvSpPr>
          <p:cNvPr id="308" name="Google Shape;308;p8"/>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09" name="Google Shape;309;p8"/>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0" name="Google Shape;310;p8"/>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1" name="Google Shape;311;p8"/>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2" name="Google Shape;312;p8"/>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3" name="Google Shape;313;p8"/>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4" name="Google Shape;314;p8"/>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5" name="Google Shape;315;p8"/>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6" name="Google Shape;316;p8"/>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7" name="Google Shape;317;p8"/>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8" name="Google Shape;318;p8"/>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19" name="Google Shape;319;p8"/>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0" name="Google Shape;320;p8"/>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1" name="Google Shape;321;p8"/>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2" name="Google Shape;322;p8"/>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3" name="Google Shape;323;p8"/>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4" name="Google Shape;324;p8"/>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5" name="Google Shape;325;p8"/>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6" name="Google Shape;326;p8"/>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7" name="Google Shape;327;p8"/>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8" name="Google Shape;328;p8"/>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29" name="Google Shape;329;p8"/>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0" name="Google Shape;330;p8"/>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1" name="Google Shape;331;p8"/>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2" name="Google Shape;332;p8"/>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3" name="Google Shape;333;p8"/>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4" name="Google Shape;334;p8"/>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5" name="Google Shape;335;p8"/>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6" name="Google Shape;336;p8"/>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7" name="Google Shape;337;p8"/>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8" name="Google Shape;338;p8"/>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39" name="Google Shape;339;p8"/>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0" name="Google Shape;340;p8"/>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1" name="Google Shape;341;p8"/>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2" name="Google Shape;342;p8"/>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3" name="Google Shape;343;p8"/>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4" name="Google Shape;344;p8"/>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5" name="Google Shape;345;p8"/>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6" name="Google Shape;346;p8"/>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7" name="Google Shape;347;p8"/>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8" name="Google Shape;348;p8"/>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9" name="Google Shape;349;p8"/>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0" name="Google Shape;350;p8"/>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1" name="Google Shape;351;p8"/>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2" name="Google Shape;352;p8"/>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3" name="Google Shape;353;p8"/>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4" name="Google Shape;354;p8"/>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5" name="Google Shape;355;p8"/>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6" name="Google Shape;356;p8"/>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7" name="Google Shape;357;p8"/>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8" name="Google Shape;358;p8"/>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9" name="Google Shape;359;p8"/>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0" name="Google Shape;360;p8"/>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1" name="Google Shape;361;p8"/>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2" name="Google Shape;362;p8"/>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3" name="Google Shape;363;p8"/>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4" name="Google Shape;364;p8"/>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5" name="Google Shape;365;p8"/>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6" name="Google Shape;366;p8"/>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7" name="Google Shape;367;p8"/>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8" name="Google Shape;368;p8"/>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9" name="Google Shape;369;p8"/>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70" name="Google Shape;370;p8"/>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71" name="Google Shape;371;p8"/>
          <p:cNvSpPr txBox="1"/>
          <p:nvPr>
            <p:ph type="title"/>
          </p:nvPr>
        </p:nvSpPr>
        <p:spPr>
          <a:xfrm>
            <a:off x="469131" y="243632"/>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s-ES"/>
              <a:t>INSCRIBETE </a:t>
            </a:r>
            <a:br>
              <a:rPr lang="es-ES"/>
            </a:br>
            <a:r>
              <a:rPr lang="es-ES"/>
              <a:t>                 </a:t>
            </a:r>
            <a:r>
              <a:rPr lang="es-ES">
                <a:solidFill>
                  <a:srgbClr val="FFFF00"/>
                </a:solidFill>
              </a:rPr>
              <a:t>Amante del arte </a:t>
            </a:r>
            <a:br>
              <a:rPr lang="es-ES">
                <a:solidFill>
                  <a:srgbClr val="FFFF00"/>
                </a:solidFill>
              </a:rPr>
            </a:br>
            <a:endParaRPr>
              <a:solidFill>
                <a:srgbClr val="FFFF00"/>
              </a:solidFill>
            </a:endParaRPr>
          </a:p>
        </p:txBody>
      </p:sp>
      <p:sp>
        <p:nvSpPr>
          <p:cNvPr id="372" name="Google Shape;372;p8"/>
          <p:cNvSpPr txBox="1"/>
          <p:nvPr/>
        </p:nvSpPr>
        <p:spPr>
          <a:xfrm>
            <a:off x="446741" y="1566332"/>
            <a:ext cx="30480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Correo electrónico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Georreferenciación </a:t>
            </a:r>
            <a:endParaRPr b="0" i="0" sz="1800" u="none" cap="none" strike="noStrike">
              <a:solidFill>
                <a:schemeClr val="lt1"/>
              </a:solidFill>
              <a:latin typeface="Century Gothic"/>
              <a:ea typeface="Century Gothic"/>
              <a:cs typeface="Century Gothic"/>
              <a:sym typeface="Century Gothic"/>
            </a:endParaRPr>
          </a:p>
        </p:txBody>
      </p:sp>
      <p:sp>
        <p:nvSpPr>
          <p:cNvPr id="373" name="Google Shape;373;p8"/>
          <p:cNvSpPr txBox="1"/>
          <p:nvPr/>
        </p:nvSpPr>
        <p:spPr>
          <a:xfrm>
            <a:off x="2628900" y="3568700"/>
            <a:ext cx="43476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Le enviaremos información de lo que suceda en su entorno </a:t>
            </a:r>
            <a:endParaRPr b="0" i="0" sz="1800" u="none" cap="none" strike="noStrike">
              <a:solidFill>
                <a:schemeClr val="lt1"/>
              </a:solidFill>
              <a:latin typeface="Century Gothic"/>
              <a:ea typeface="Century Gothic"/>
              <a:cs typeface="Century Gothic"/>
              <a:sym typeface="Century Gothic"/>
            </a:endParaRPr>
          </a:p>
        </p:txBody>
      </p:sp>
      <p:sp>
        <p:nvSpPr>
          <p:cNvPr id="374" name="Google Shape;374;p8">
            <a:hlinkClick action="ppaction://hlinksldjump" r:id="rId4"/>
          </p:cNvPr>
          <p:cNvSpPr/>
          <p:nvPr/>
        </p:nvSpPr>
        <p:spPr>
          <a:xfrm>
            <a:off x="1" y="0"/>
            <a:ext cx="7277700" cy="6858000"/>
          </a:xfrm>
          <a:prstGeom prst="rect">
            <a:avLst/>
          </a:prstGeom>
          <a:no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9">
            <a:hlinkClick action="ppaction://hlinksldjump" r:id="rId3"/>
          </p:cNvPr>
          <p:cNvSpPr txBox="1"/>
          <p:nvPr/>
        </p:nvSpPr>
        <p:spPr>
          <a:xfrm>
            <a:off x="341194" y="368490"/>
            <a:ext cx="11655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0" name="Google Shape;380;p9"/>
          <p:cNvSpPr txBox="1"/>
          <p:nvPr>
            <p:ph type="title"/>
          </p:nvPr>
        </p:nvSpPr>
        <p:spPr>
          <a:xfrm>
            <a:off x="469131" y="243632"/>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00"/>
              </a:buClr>
              <a:buSzPts val="4200"/>
              <a:buFont typeface="Century Gothic"/>
              <a:buNone/>
            </a:pPr>
            <a:r>
              <a:rPr lang="es-ES" u="sng">
                <a:solidFill>
                  <a:schemeClr val="hlink"/>
                </a:solidFill>
              </a:rPr>
              <a:t>BUSCA </a:t>
            </a:r>
            <a:endParaRPr u="sng">
              <a:solidFill>
                <a:schemeClr val="hlink"/>
              </a:solidFill>
            </a:endParaRPr>
          </a:p>
        </p:txBody>
      </p:sp>
      <p:sp>
        <p:nvSpPr>
          <p:cNvPr id="381" name="Google Shape;381;p9"/>
          <p:cNvSpPr txBox="1"/>
          <p:nvPr>
            <p:ph idx="1" type="body"/>
          </p:nvPr>
        </p:nvSpPr>
        <p:spPr>
          <a:xfrm>
            <a:off x="831852" y="1684337"/>
            <a:ext cx="10534800" cy="4610100"/>
          </a:xfrm>
          <a:prstGeom prst="rect">
            <a:avLst/>
          </a:prstGeom>
          <a:noFill/>
          <a:ln>
            <a:noFill/>
          </a:ln>
        </p:spPr>
        <p:txBody>
          <a:bodyPr anchorCtr="0" anchor="t" bIns="45700" lIns="91425" spcFirstLastPara="1" rIns="91425" wrap="square" tIns="45700">
            <a:normAutofit/>
          </a:bodyPr>
          <a:lstStyle/>
          <a:p>
            <a:pPr indent="-241300" lvl="0" marL="342900" rtl="0" algn="l">
              <a:lnSpc>
                <a:spcPct val="100000"/>
              </a:lnSpc>
              <a:spcBef>
                <a:spcPts val="0"/>
              </a:spcBef>
              <a:spcAft>
                <a:spcPts val="0"/>
              </a:spcAft>
              <a:buSzPts val="1600"/>
              <a:buNone/>
            </a:pPr>
            <a:r>
              <a:rPr lang="es-ES"/>
              <a:t>Puedes buscar a tus artistas </a:t>
            </a:r>
            <a:endParaRPr/>
          </a:p>
          <a:p>
            <a:pPr indent="-241300" lvl="0" marL="342900" rtl="0" algn="l">
              <a:lnSpc>
                <a:spcPct val="100000"/>
              </a:lnSpc>
              <a:spcBef>
                <a:spcPts val="1000"/>
              </a:spcBef>
              <a:spcAft>
                <a:spcPts val="0"/>
              </a:spcAft>
              <a:buSzPts val="1600"/>
              <a:buNone/>
            </a:pPr>
            <a:r>
              <a:rPr lang="es-ES" u="sng">
                <a:solidFill>
                  <a:schemeClr val="hlink"/>
                </a:solidFill>
                <a:hlinkClick action="ppaction://hlinksldjump" r:id="rId4"/>
              </a:rPr>
              <a:t>Por disciplina </a:t>
            </a:r>
            <a:endParaRPr/>
          </a:p>
          <a:p>
            <a:pPr indent="-241300" lvl="0" marL="34290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rPr lang="es-ES" u="sng">
                <a:solidFill>
                  <a:schemeClr val="hlink"/>
                </a:solidFill>
                <a:hlinkClick action="ppaction://hlinksldjump" r:id="rId5"/>
              </a:rPr>
              <a:t>Por especialidad </a:t>
            </a:r>
            <a:endParaRPr/>
          </a:p>
          <a:p>
            <a:pPr indent="-241300" lvl="0" marL="34290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rPr lang="es-ES" u="sng">
                <a:solidFill>
                  <a:schemeClr val="hlink"/>
                </a:solidFill>
                <a:hlinkClick action="ppaction://hlinksldjump" r:id="rId6"/>
              </a:rPr>
              <a:t>Ubicación</a:t>
            </a:r>
            <a:r>
              <a:rPr lang="es-ES"/>
              <a:t>  </a:t>
            </a:r>
            <a:endParaRPr/>
          </a:p>
          <a:p>
            <a:pPr indent="-241300" lvl="0" marL="34290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rPr lang="es-ES" u="sng">
                <a:solidFill>
                  <a:schemeClr val="hlink"/>
                </a:solidFill>
              </a:rPr>
              <a:t>Nombre</a:t>
            </a:r>
            <a:r>
              <a:rPr lang="es-ES"/>
              <a:t> </a:t>
            </a:r>
            <a:endParaRPr/>
          </a:p>
          <a:p>
            <a:pPr indent="0" lvl="0" marL="0" rtl="0" algn="l">
              <a:lnSpc>
                <a:spcPct val="100000"/>
              </a:lnSpc>
              <a:spcBef>
                <a:spcPts val="1000"/>
              </a:spcBef>
              <a:spcAft>
                <a:spcPts val="0"/>
              </a:spcAft>
              <a:buSzPts val="1600"/>
              <a:buNone/>
            </a:pPr>
            <a:r>
              <a:t/>
            </a:r>
            <a:endParaRPr/>
          </a:p>
        </p:txBody>
      </p:sp>
      <p:sp>
        <p:nvSpPr>
          <p:cNvPr id="382" name="Google Shape;382;p9">
            <a:hlinkClick action="ppaction://hlinksldjump" r:id="rId7"/>
          </p:cNvPr>
          <p:cNvSpPr/>
          <p:nvPr/>
        </p:nvSpPr>
        <p:spPr>
          <a:xfrm>
            <a:off x="1103312" y="2498272"/>
            <a:ext cx="359100" cy="359100"/>
          </a:xfrm>
          <a:prstGeom prst="ellipse">
            <a:avLst/>
          </a:prstGeom>
          <a:solidFill>
            <a:srgbClr val="00B0F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3" name="Google Shape;383;p9">
            <a:hlinkClick action="ppaction://hlinksldjump" r:id="rId8"/>
          </p:cNvPr>
          <p:cNvSpPr/>
          <p:nvPr/>
        </p:nvSpPr>
        <p:spPr>
          <a:xfrm>
            <a:off x="1103309" y="3404926"/>
            <a:ext cx="359100" cy="359100"/>
          </a:xfrm>
          <a:prstGeom prst="ellipse">
            <a:avLst/>
          </a:prstGeom>
          <a:solidFill>
            <a:srgbClr val="FFFF0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4" name="Google Shape;384;p9">
            <a:hlinkClick action="ppaction://hlinksldjump" r:id="rId9"/>
          </p:cNvPr>
          <p:cNvSpPr/>
          <p:nvPr/>
        </p:nvSpPr>
        <p:spPr>
          <a:xfrm>
            <a:off x="1103310" y="4236784"/>
            <a:ext cx="359100" cy="3591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385" name="Google Shape;385;p9"/>
          <p:cNvPicPr preferRelativeResize="0"/>
          <p:nvPr/>
        </p:nvPicPr>
        <p:blipFill rotWithShape="1">
          <a:blip r:embed="rId10">
            <a:alphaModFix/>
          </a:blip>
          <a:srcRect b="0" l="0" r="0" t="0"/>
          <a:stretch/>
        </p:blipFill>
        <p:spPr>
          <a:xfrm>
            <a:off x="4496930" y="943897"/>
            <a:ext cx="5450179" cy="5331697"/>
          </a:xfrm>
          <a:prstGeom prst="rect">
            <a:avLst/>
          </a:prstGeom>
          <a:noFill/>
          <a:ln>
            <a:noFill/>
          </a:ln>
        </p:spPr>
      </p:pic>
      <p:sp>
        <p:nvSpPr>
          <p:cNvPr id="386" name="Google Shape;386;p9"/>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7" name="Google Shape;387;p9"/>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8" name="Google Shape;388;p9"/>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9" name="Google Shape;389;p9"/>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0" name="Google Shape;390;p9"/>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1" name="Google Shape;391;p9"/>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2" name="Google Shape;392;p9"/>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3" name="Google Shape;393;p9"/>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4" name="Google Shape;394;p9"/>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5" name="Google Shape;395;p9"/>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6" name="Google Shape;396;p9"/>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7" name="Google Shape;397;p9"/>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8" name="Google Shape;398;p9"/>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99" name="Google Shape;399;p9"/>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0" name="Google Shape;400;p9"/>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1" name="Google Shape;401;p9"/>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2" name="Google Shape;402;p9"/>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3" name="Google Shape;403;p9"/>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4" name="Google Shape;404;p9"/>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5" name="Google Shape;405;p9"/>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6" name="Google Shape;406;p9"/>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7" name="Google Shape;407;p9"/>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8" name="Google Shape;408;p9"/>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09" name="Google Shape;409;p9"/>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0" name="Google Shape;410;p9"/>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1" name="Google Shape;411;p9"/>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2" name="Google Shape;412;p9"/>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3" name="Google Shape;413;p9"/>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4" name="Google Shape;414;p9"/>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5" name="Google Shape;415;p9"/>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6" name="Google Shape;416;p9"/>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7" name="Google Shape;417;p9"/>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8" name="Google Shape;418;p9"/>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19" name="Google Shape;419;p9"/>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0" name="Google Shape;420;p9"/>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1" name="Google Shape;421;p9"/>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2" name="Google Shape;422;p9"/>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3" name="Google Shape;423;p9"/>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4" name="Google Shape;424;p9"/>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5" name="Google Shape;425;p9"/>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6" name="Google Shape;426;p9"/>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7" name="Google Shape;427;p9"/>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8" name="Google Shape;428;p9"/>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29" name="Google Shape;429;p9"/>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0" name="Google Shape;430;p9"/>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1" name="Google Shape;431;p9"/>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2" name="Google Shape;432;p9"/>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3" name="Google Shape;433;p9"/>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4" name="Google Shape;434;p9"/>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5" name="Google Shape;435;p9"/>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6" name="Google Shape;436;p9"/>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7" name="Google Shape;437;p9"/>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8" name="Google Shape;438;p9"/>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39" name="Google Shape;439;p9"/>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0" name="Google Shape;440;p9"/>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1" name="Google Shape;441;p9"/>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2" name="Google Shape;442;p9"/>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3" name="Google Shape;443;p9"/>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4" name="Google Shape;444;p9"/>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5" name="Google Shape;445;p9"/>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6" name="Google Shape;446;p9"/>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7" name="Google Shape;447;p9"/>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8" name="Google Shape;448;p9"/>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9" name="Google Shape;449;p9"/>
          <p:cNvSpPr txBox="1"/>
          <p:nvPr/>
        </p:nvSpPr>
        <p:spPr>
          <a:xfrm>
            <a:off x="8508570" y="2887850"/>
            <a:ext cx="249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GEOREFERENCIADO </a:t>
            </a:r>
            <a:endParaRPr b="0" i="0" sz="1800" u="none" cap="none" strike="noStrike">
              <a:solidFill>
                <a:schemeClr val="lt1"/>
              </a:solidFill>
              <a:latin typeface="Century Gothic"/>
              <a:ea typeface="Century Gothic"/>
              <a:cs typeface="Century Gothic"/>
              <a:sym typeface="Century Gothic"/>
            </a:endParaRPr>
          </a:p>
        </p:txBody>
      </p:sp>
      <p:sp>
        <p:nvSpPr>
          <p:cNvPr id="450" name="Google Shape;450;p9"/>
          <p:cNvSpPr/>
          <p:nvPr/>
        </p:nvSpPr>
        <p:spPr>
          <a:xfrm>
            <a:off x="1103309" y="5083633"/>
            <a:ext cx="359100" cy="359100"/>
          </a:xfrm>
          <a:prstGeom prst="ellipse">
            <a:avLst/>
          </a:prstGeom>
          <a:solidFill>
            <a:schemeClr val="l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0"/>
          <p:cNvSpPr txBox="1"/>
          <p:nvPr>
            <p:ph type="title"/>
          </p:nvPr>
        </p:nvSpPr>
        <p:spPr>
          <a:xfrm>
            <a:off x="469131" y="243632"/>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00"/>
              </a:buClr>
              <a:buSzPts val="4200"/>
              <a:buFont typeface="Century Gothic"/>
              <a:buNone/>
            </a:pPr>
            <a:r>
              <a:rPr lang="es-ES">
                <a:solidFill>
                  <a:srgbClr val="FFFF00"/>
                </a:solidFill>
              </a:rPr>
              <a:t>BUSCA </a:t>
            </a:r>
            <a:endParaRPr>
              <a:solidFill>
                <a:srgbClr val="FFFF00"/>
              </a:solidFill>
            </a:endParaRPr>
          </a:p>
        </p:txBody>
      </p:sp>
      <p:sp>
        <p:nvSpPr>
          <p:cNvPr id="456" name="Google Shape;456;p10"/>
          <p:cNvSpPr txBox="1"/>
          <p:nvPr>
            <p:ph idx="1" type="body"/>
          </p:nvPr>
        </p:nvSpPr>
        <p:spPr>
          <a:xfrm>
            <a:off x="831852" y="1684337"/>
            <a:ext cx="10534800" cy="4610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s-ES"/>
              <a:t> </a:t>
            </a:r>
            <a:endParaRPr/>
          </a:p>
          <a:p>
            <a:pPr indent="0" lvl="0" marL="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rPr lang="es-ES"/>
              <a:t> </a:t>
            </a:r>
            <a:endParaRPr/>
          </a:p>
          <a:p>
            <a:pPr indent="-241300" lvl="0" marL="34290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rPr lang="es-ES"/>
              <a:t>Ubicación  </a:t>
            </a:r>
            <a:endParaRPr/>
          </a:p>
          <a:p>
            <a:pPr indent="0" lvl="0" marL="0" rtl="0" algn="l">
              <a:lnSpc>
                <a:spcPct val="100000"/>
              </a:lnSpc>
              <a:spcBef>
                <a:spcPts val="1000"/>
              </a:spcBef>
              <a:spcAft>
                <a:spcPts val="0"/>
              </a:spcAft>
              <a:buSzPts val="1600"/>
              <a:buNone/>
            </a:pPr>
            <a:r>
              <a:t/>
            </a:r>
            <a:endParaRPr/>
          </a:p>
        </p:txBody>
      </p:sp>
      <p:sp>
        <p:nvSpPr>
          <p:cNvPr id="457" name="Google Shape;457;p10"/>
          <p:cNvSpPr/>
          <p:nvPr/>
        </p:nvSpPr>
        <p:spPr>
          <a:xfrm>
            <a:off x="1103310" y="4236784"/>
            <a:ext cx="359100" cy="3591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458" name="Google Shape;458;p10">
            <a:hlinkClick action="ppaction://hlinksldjump" r:id="rId3"/>
          </p:cNvPr>
          <p:cNvPicPr preferRelativeResize="0"/>
          <p:nvPr/>
        </p:nvPicPr>
        <p:blipFill rotWithShape="1">
          <a:blip r:embed="rId4">
            <a:alphaModFix/>
          </a:blip>
          <a:srcRect b="0" l="0" r="0" t="0"/>
          <a:stretch/>
        </p:blipFill>
        <p:spPr>
          <a:xfrm>
            <a:off x="4496930" y="943897"/>
            <a:ext cx="5450179" cy="5331697"/>
          </a:xfrm>
          <a:prstGeom prst="rect">
            <a:avLst/>
          </a:prstGeom>
          <a:noFill/>
          <a:ln>
            <a:noFill/>
          </a:ln>
        </p:spPr>
      </p:pic>
      <p:sp>
        <p:nvSpPr>
          <p:cNvPr id="459" name="Google Shape;459;p10"/>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0" name="Google Shape;460;p10"/>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1" name="Google Shape;461;p10"/>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2" name="Google Shape;462;p10"/>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3" name="Google Shape;463;p10"/>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4" name="Google Shape;464;p10"/>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5" name="Google Shape;465;p10"/>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6" name="Google Shape;466;p10"/>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7" name="Google Shape;467;p10"/>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8" name="Google Shape;468;p10"/>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69" name="Google Shape;469;p10"/>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0" name="Google Shape;470;p10"/>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1" name="Google Shape;471;p10"/>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2" name="Google Shape;472;p10"/>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3" name="Google Shape;473;p10"/>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4" name="Google Shape;474;p10"/>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5" name="Google Shape;475;p10"/>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6" name="Google Shape;476;p10"/>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7" name="Google Shape;477;p10"/>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8" name="Google Shape;478;p10"/>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79" name="Google Shape;479;p10"/>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0" name="Google Shape;480;p10"/>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1" name="Google Shape;481;p10"/>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2" name="Google Shape;482;p10"/>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3" name="Google Shape;483;p10"/>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4" name="Google Shape;484;p10"/>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5" name="Google Shape;485;p10"/>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6" name="Google Shape;486;p10"/>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7" name="Google Shape;487;p10"/>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8" name="Google Shape;488;p10"/>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89" name="Google Shape;489;p10"/>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0" name="Google Shape;490;p10"/>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1" name="Google Shape;491;p10"/>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2" name="Google Shape;492;p10"/>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3" name="Google Shape;493;p10"/>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4" name="Google Shape;494;p10"/>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5" name="Google Shape;495;p10"/>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6" name="Google Shape;496;p10"/>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7" name="Google Shape;497;p10"/>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8" name="Google Shape;498;p10"/>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99" name="Google Shape;499;p10"/>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0" name="Google Shape;500;p10"/>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1" name="Google Shape;501;p10"/>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2" name="Google Shape;502;p10"/>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3" name="Google Shape;503;p10"/>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4" name="Google Shape;504;p10"/>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5" name="Google Shape;505;p10"/>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6" name="Google Shape;506;p10"/>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7" name="Google Shape;507;p10"/>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8" name="Google Shape;508;p10"/>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9" name="Google Shape;509;p10"/>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0" name="Google Shape;510;p10"/>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1" name="Google Shape;511;p10"/>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2" name="Google Shape;512;p10"/>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3" name="Google Shape;513;p10"/>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4" name="Google Shape;514;p10"/>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5" name="Google Shape;515;p10"/>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6" name="Google Shape;516;p10"/>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7" name="Google Shape;517;p10"/>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8" name="Google Shape;518;p10"/>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9" name="Google Shape;519;p10"/>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20" name="Google Shape;520;p10"/>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21" name="Google Shape;521;p10"/>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22" name="Google Shape;522;p10"/>
          <p:cNvSpPr txBox="1"/>
          <p:nvPr/>
        </p:nvSpPr>
        <p:spPr>
          <a:xfrm>
            <a:off x="8508570" y="2887850"/>
            <a:ext cx="249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GEOREFERENCIADO </a:t>
            </a:r>
            <a:endParaRPr b="0" i="0" sz="1800" u="none" cap="none" strike="noStrike">
              <a:solidFill>
                <a:schemeClr val="lt1"/>
              </a:solidFill>
              <a:latin typeface="Century Gothic"/>
              <a:ea typeface="Century Gothic"/>
              <a:cs typeface="Century Gothic"/>
              <a:sym typeface="Century Gothic"/>
            </a:endParaRPr>
          </a:p>
        </p:txBody>
      </p:sp>
      <p:sp>
        <p:nvSpPr>
          <p:cNvPr id="523" name="Google Shape;523;p10"/>
          <p:cNvSpPr/>
          <p:nvPr/>
        </p:nvSpPr>
        <p:spPr>
          <a:xfrm>
            <a:off x="7799816" y="4041339"/>
            <a:ext cx="1089000" cy="984300"/>
          </a:xfrm>
          <a:prstGeom prst="ellipse">
            <a:avLst/>
          </a:prstGeom>
          <a:solidFill>
            <a:srgbClr val="E9077D">
              <a:alpha val="4941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1"/>
          <p:cNvSpPr txBox="1"/>
          <p:nvPr>
            <p:ph type="title"/>
          </p:nvPr>
        </p:nvSpPr>
        <p:spPr>
          <a:xfrm>
            <a:off x="469131" y="243632"/>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00"/>
              </a:buClr>
              <a:buSzPts val="4200"/>
              <a:buFont typeface="Century Gothic"/>
              <a:buNone/>
            </a:pPr>
            <a:r>
              <a:rPr lang="es-ES">
                <a:solidFill>
                  <a:srgbClr val="FFFF00"/>
                </a:solidFill>
              </a:rPr>
              <a:t>BUSCA </a:t>
            </a:r>
            <a:endParaRPr>
              <a:solidFill>
                <a:srgbClr val="FFFF00"/>
              </a:solidFill>
            </a:endParaRPr>
          </a:p>
        </p:txBody>
      </p:sp>
      <p:sp>
        <p:nvSpPr>
          <p:cNvPr id="529" name="Google Shape;529;p11"/>
          <p:cNvSpPr txBox="1"/>
          <p:nvPr>
            <p:ph idx="1" type="body"/>
          </p:nvPr>
        </p:nvSpPr>
        <p:spPr>
          <a:xfrm>
            <a:off x="831852" y="1684337"/>
            <a:ext cx="10534800" cy="4610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240"/>
              <a:buNone/>
            </a:pPr>
            <a:r>
              <a:rPr lang="es-ES" sz="2800" u="sng">
                <a:solidFill>
                  <a:schemeClr val="hlink"/>
                </a:solidFill>
                <a:hlinkClick action="ppaction://hlinksldjump" r:id="rId3"/>
              </a:rPr>
              <a:t> </a:t>
            </a:r>
            <a:endParaRPr/>
          </a:p>
          <a:p>
            <a:pPr indent="-200660" lvl="0" marL="342900" rtl="0" algn="l">
              <a:lnSpc>
                <a:spcPct val="100000"/>
              </a:lnSpc>
              <a:spcBef>
                <a:spcPts val="1000"/>
              </a:spcBef>
              <a:spcAft>
                <a:spcPts val="0"/>
              </a:spcAft>
              <a:buSzPts val="2240"/>
              <a:buNone/>
            </a:pPr>
            <a:r>
              <a:t/>
            </a:r>
            <a:endParaRPr sz="2800" u="sng">
              <a:solidFill>
                <a:schemeClr val="hlink"/>
              </a:solidFill>
              <a:hlinkClick action="ppaction://hlinksldjump" r:id="rId4"/>
            </a:endParaRPr>
          </a:p>
          <a:p>
            <a:pPr indent="-241300" lvl="0" marL="342900" rtl="0" algn="l">
              <a:lnSpc>
                <a:spcPct val="100000"/>
              </a:lnSpc>
              <a:spcBef>
                <a:spcPts val="1000"/>
              </a:spcBef>
              <a:spcAft>
                <a:spcPts val="0"/>
              </a:spcAft>
              <a:buSzPts val="1600"/>
              <a:buNone/>
            </a:pPr>
            <a:r>
              <a:rPr lang="es-ES" u="sng">
                <a:solidFill>
                  <a:schemeClr val="hlink"/>
                </a:solidFill>
                <a:hlinkClick action="ppaction://hlinksldjump" r:id="rId5"/>
              </a:rPr>
              <a:t>Por disciplina </a:t>
            </a:r>
            <a:endParaRPr/>
          </a:p>
          <a:p>
            <a:pPr indent="0" lvl="0" marL="0" rtl="0" algn="l">
              <a:lnSpc>
                <a:spcPct val="100000"/>
              </a:lnSpc>
              <a:spcBef>
                <a:spcPts val="1000"/>
              </a:spcBef>
              <a:spcAft>
                <a:spcPts val="0"/>
              </a:spcAft>
              <a:buSzPts val="1600"/>
              <a:buNone/>
            </a:pPr>
            <a:r>
              <a:t/>
            </a:r>
            <a:endParaRPr u="sng">
              <a:solidFill>
                <a:schemeClr val="hlink"/>
              </a:solidFill>
              <a:hlinkClick action="ppaction://hlinksldjump" r:id="rId6"/>
            </a:endParaRPr>
          </a:p>
        </p:txBody>
      </p:sp>
      <p:sp>
        <p:nvSpPr>
          <p:cNvPr id="530" name="Google Shape;530;p11"/>
          <p:cNvSpPr/>
          <p:nvPr/>
        </p:nvSpPr>
        <p:spPr>
          <a:xfrm>
            <a:off x="1051955" y="3181683"/>
            <a:ext cx="359100" cy="359100"/>
          </a:xfrm>
          <a:prstGeom prst="ellipse">
            <a:avLst/>
          </a:prstGeom>
          <a:solidFill>
            <a:srgbClr val="00B0F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531" name="Google Shape;531;p11">
            <a:hlinkClick action="ppaction://hlinksldjump" r:id="rId7"/>
          </p:cNvPr>
          <p:cNvPicPr preferRelativeResize="0"/>
          <p:nvPr/>
        </p:nvPicPr>
        <p:blipFill rotWithShape="1">
          <a:blip r:embed="rId8">
            <a:alphaModFix/>
          </a:blip>
          <a:srcRect b="0" l="0" r="0" t="0"/>
          <a:stretch/>
        </p:blipFill>
        <p:spPr>
          <a:xfrm>
            <a:off x="4496930" y="943897"/>
            <a:ext cx="5450179" cy="5331697"/>
          </a:xfrm>
          <a:prstGeom prst="rect">
            <a:avLst/>
          </a:prstGeom>
          <a:noFill/>
          <a:ln>
            <a:noFill/>
          </a:ln>
        </p:spPr>
      </p:pic>
      <p:sp>
        <p:nvSpPr>
          <p:cNvPr id="532" name="Google Shape;532;p11"/>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3" name="Google Shape;533;p11"/>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4" name="Google Shape;534;p11"/>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5" name="Google Shape;535;p11"/>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6" name="Google Shape;536;p11"/>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7" name="Google Shape;537;p11"/>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8" name="Google Shape;538;p11"/>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9" name="Google Shape;539;p11"/>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0" name="Google Shape;540;p11"/>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1" name="Google Shape;541;p11"/>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2" name="Google Shape;542;p11"/>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3" name="Google Shape;543;p11"/>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4" name="Google Shape;544;p11"/>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5" name="Google Shape;545;p11"/>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6" name="Google Shape;546;p11"/>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7" name="Google Shape;547;p11"/>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8" name="Google Shape;548;p11"/>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9" name="Google Shape;549;p11"/>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0" name="Google Shape;550;p11"/>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1" name="Google Shape;551;p11"/>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2" name="Google Shape;552;p11"/>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3" name="Google Shape;553;p11"/>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4" name="Google Shape;554;p11"/>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5" name="Google Shape;555;p11"/>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6" name="Google Shape;556;p11"/>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7" name="Google Shape;557;p11"/>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8" name="Google Shape;558;p11"/>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59" name="Google Shape;559;p11"/>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0" name="Google Shape;560;p11"/>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1" name="Google Shape;561;p11"/>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2" name="Google Shape;562;p11"/>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3" name="Google Shape;563;p11"/>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4" name="Google Shape;564;p11"/>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5" name="Google Shape;565;p11"/>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6" name="Google Shape;566;p11"/>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7" name="Google Shape;567;p11"/>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8" name="Google Shape;568;p11"/>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69" name="Google Shape;569;p11"/>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0" name="Google Shape;570;p11"/>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1" name="Google Shape;571;p11"/>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2" name="Google Shape;572;p11"/>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3" name="Google Shape;573;p11"/>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4" name="Google Shape;574;p11"/>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5" name="Google Shape;575;p11"/>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6" name="Google Shape;576;p11"/>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7" name="Google Shape;577;p11"/>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8" name="Google Shape;578;p11"/>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79" name="Google Shape;579;p11"/>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0" name="Google Shape;580;p11"/>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1" name="Google Shape;581;p11"/>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2" name="Google Shape;582;p11"/>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3" name="Google Shape;583;p11"/>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4" name="Google Shape;584;p11"/>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5" name="Google Shape;585;p11"/>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6" name="Google Shape;586;p11"/>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7" name="Google Shape;587;p11"/>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8" name="Google Shape;588;p11"/>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89" name="Google Shape;589;p11"/>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90" name="Google Shape;590;p11"/>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91" name="Google Shape;591;p11"/>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92" name="Google Shape;592;p11"/>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93" name="Google Shape;593;p11"/>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94" name="Google Shape;594;p11"/>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graphicFrame>
        <p:nvGraphicFramePr>
          <p:cNvPr id="595" name="Google Shape;595;p11"/>
          <p:cNvGraphicFramePr/>
          <p:nvPr/>
        </p:nvGraphicFramePr>
        <p:xfrm>
          <a:off x="4027601" y="2424356"/>
          <a:ext cx="3000000" cy="3000000"/>
        </p:xfrm>
        <a:graphic>
          <a:graphicData uri="http://schemas.openxmlformats.org/drawingml/2006/table">
            <a:tbl>
              <a:tblPr bandRow="1" firstRow="1">
                <a:noFill/>
                <a:tableStyleId>{3441E4EC-219A-4EDF-B2B1-583CA0E40A59}</a:tableStyleId>
              </a:tblPr>
              <a:tblGrid>
                <a:gridCol w="223955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sng" cap="none" strike="noStrike">
                          <a:solidFill>
                            <a:schemeClr val="hlink"/>
                          </a:solidFill>
                          <a:hlinkClick action="ppaction://hlinksldjump" r:id="rId9"/>
                        </a:rPr>
                        <a:t>BUSCA </a:t>
                      </a:r>
                      <a:endParaRPr sz="1800" u="none" cap="none" strike="noStrike"/>
                    </a:p>
                  </a:txBody>
                  <a:tcPr marT="45725" marB="45725" marR="91450" marL="91450">
                    <a:solidFill>
                      <a:srgbClr val="00B0F0"/>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Pintura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Escultura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Música </a:t>
                      </a:r>
                      <a:endParaRPr sz="1800" u="none" cap="none" strike="noStrike"/>
                    </a:p>
                  </a:txBody>
                  <a:tcPr marT="45725" marB="45725" marR="91450" marL="91450"/>
                </a:tc>
              </a:tr>
              <a:tr h="3079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Danza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teatro</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Cine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Artesanía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s-ES" sz="1800" u="none" cap="none" strike="noStrike"/>
                        <a:t>Arquitectura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s-ES" sz="1800" u="none" cap="none" strike="noStrike"/>
                        <a:t>Cocina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s-ES" sz="1800" u="none" cap="none" strike="noStrike"/>
                        <a:t>Grabado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s-ES" sz="1800" u="none" cap="none" strike="noStrike"/>
                        <a:t>Fotografia </a:t>
                      </a:r>
                      <a:endParaRPr sz="1400" u="none" cap="none" strike="noStrike"/>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2"/>
          <p:cNvSpPr txBox="1"/>
          <p:nvPr>
            <p:ph type="title"/>
          </p:nvPr>
        </p:nvSpPr>
        <p:spPr>
          <a:xfrm>
            <a:off x="469131" y="243632"/>
            <a:ext cx="9404700" cy="140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00"/>
              </a:buClr>
              <a:buSzPts val="4200"/>
              <a:buFont typeface="Century Gothic"/>
              <a:buNone/>
            </a:pPr>
            <a:r>
              <a:rPr lang="es-ES">
                <a:solidFill>
                  <a:srgbClr val="FFFF00"/>
                </a:solidFill>
              </a:rPr>
              <a:t>BUSCA </a:t>
            </a:r>
            <a:endParaRPr>
              <a:solidFill>
                <a:srgbClr val="FFFF00"/>
              </a:solidFill>
            </a:endParaRPr>
          </a:p>
        </p:txBody>
      </p:sp>
      <p:sp>
        <p:nvSpPr>
          <p:cNvPr id="601" name="Google Shape;601;p12"/>
          <p:cNvSpPr txBox="1"/>
          <p:nvPr>
            <p:ph idx="1" type="body"/>
          </p:nvPr>
        </p:nvSpPr>
        <p:spPr>
          <a:xfrm>
            <a:off x="831852" y="1684337"/>
            <a:ext cx="10534800" cy="4610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s-ES"/>
              <a:t>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241300" lvl="0" marL="342900" rtl="0" algn="l">
              <a:lnSpc>
                <a:spcPct val="100000"/>
              </a:lnSpc>
              <a:spcBef>
                <a:spcPts val="1000"/>
              </a:spcBef>
              <a:spcAft>
                <a:spcPts val="0"/>
              </a:spcAft>
              <a:buSzPts val="1600"/>
              <a:buNone/>
            </a:pPr>
            <a:r>
              <a:rPr lang="es-ES"/>
              <a:t>Por especialidad </a:t>
            </a:r>
            <a:endParaRPr/>
          </a:p>
          <a:p>
            <a:pPr indent="-241300" lvl="0" marL="34290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t/>
            </a:r>
            <a:endParaRPr/>
          </a:p>
        </p:txBody>
      </p:sp>
      <p:sp>
        <p:nvSpPr>
          <p:cNvPr id="602" name="Google Shape;602;p12"/>
          <p:cNvSpPr/>
          <p:nvPr/>
        </p:nvSpPr>
        <p:spPr>
          <a:xfrm>
            <a:off x="1103309" y="3404926"/>
            <a:ext cx="359100" cy="359100"/>
          </a:xfrm>
          <a:prstGeom prst="ellipse">
            <a:avLst/>
          </a:prstGeom>
          <a:solidFill>
            <a:srgbClr val="FFFF00"/>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603" name="Google Shape;603;p12"/>
          <p:cNvPicPr preferRelativeResize="0"/>
          <p:nvPr/>
        </p:nvPicPr>
        <p:blipFill rotWithShape="1">
          <a:blip r:embed="rId3">
            <a:alphaModFix/>
          </a:blip>
          <a:srcRect b="0" l="0" r="0" t="0"/>
          <a:stretch/>
        </p:blipFill>
        <p:spPr>
          <a:xfrm>
            <a:off x="4496930" y="943897"/>
            <a:ext cx="5450179" cy="5331697"/>
          </a:xfrm>
          <a:prstGeom prst="rect">
            <a:avLst/>
          </a:prstGeom>
          <a:noFill/>
          <a:ln>
            <a:noFill/>
          </a:ln>
        </p:spPr>
      </p:pic>
      <p:sp>
        <p:nvSpPr>
          <p:cNvPr id="604" name="Google Shape;604;p12"/>
          <p:cNvSpPr/>
          <p:nvPr/>
        </p:nvSpPr>
        <p:spPr>
          <a:xfrm>
            <a:off x="8237983" y="439278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05" name="Google Shape;605;p12"/>
          <p:cNvSpPr/>
          <p:nvPr/>
        </p:nvSpPr>
        <p:spPr>
          <a:xfrm>
            <a:off x="8085587" y="4166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06" name="Google Shape;606;p12"/>
          <p:cNvSpPr/>
          <p:nvPr/>
        </p:nvSpPr>
        <p:spPr>
          <a:xfrm>
            <a:off x="6010275" y="160561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07" name="Google Shape;607;p12"/>
          <p:cNvSpPr/>
          <p:nvPr/>
        </p:nvSpPr>
        <p:spPr>
          <a:xfrm>
            <a:off x="6479036" y="228141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08" name="Google Shape;608;p12"/>
          <p:cNvSpPr/>
          <p:nvPr/>
        </p:nvSpPr>
        <p:spPr>
          <a:xfrm>
            <a:off x="8771385" y="404134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09" name="Google Shape;609;p12"/>
          <p:cNvSpPr/>
          <p:nvPr/>
        </p:nvSpPr>
        <p:spPr>
          <a:xfrm>
            <a:off x="8341623" y="581185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0" name="Google Shape;610;p12"/>
          <p:cNvSpPr/>
          <p:nvPr/>
        </p:nvSpPr>
        <p:spPr>
          <a:xfrm>
            <a:off x="8405125" y="54469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1" name="Google Shape;611;p12"/>
          <p:cNvSpPr/>
          <p:nvPr/>
        </p:nvSpPr>
        <p:spPr>
          <a:xfrm>
            <a:off x="6639829" y="2272790"/>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2" name="Google Shape;612;p12"/>
          <p:cNvSpPr/>
          <p:nvPr/>
        </p:nvSpPr>
        <p:spPr>
          <a:xfrm>
            <a:off x="5888487" y="153397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3" name="Google Shape;613;p12"/>
          <p:cNvSpPr/>
          <p:nvPr/>
        </p:nvSpPr>
        <p:spPr>
          <a:xfrm>
            <a:off x="6282187" y="21726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4" name="Google Shape;614;p12"/>
          <p:cNvSpPr/>
          <p:nvPr/>
        </p:nvSpPr>
        <p:spPr>
          <a:xfrm>
            <a:off x="8301485" y="369251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5" name="Google Shape;615;p12"/>
          <p:cNvSpPr/>
          <p:nvPr/>
        </p:nvSpPr>
        <p:spPr>
          <a:xfrm>
            <a:off x="8506729" y="498975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6" name="Google Shape;616;p12"/>
          <p:cNvSpPr/>
          <p:nvPr/>
        </p:nvSpPr>
        <p:spPr>
          <a:xfrm>
            <a:off x="8428489" y="452437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7" name="Google Shape;617;p12"/>
          <p:cNvSpPr/>
          <p:nvPr/>
        </p:nvSpPr>
        <p:spPr>
          <a:xfrm>
            <a:off x="8834887" y="452437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8" name="Google Shape;618;p12"/>
          <p:cNvSpPr/>
          <p:nvPr/>
        </p:nvSpPr>
        <p:spPr>
          <a:xfrm>
            <a:off x="8364987" y="406808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19" name="Google Shape;619;p12"/>
          <p:cNvSpPr/>
          <p:nvPr/>
        </p:nvSpPr>
        <p:spPr>
          <a:xfrm>
            <a:off x="6576327" y="197215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0" name="Google Shape;620;p12"/>
          <p:cNvSpPr/>
          <p:nvPr/>
        </p:nvSpPr>
        <p:spPr>
          <a:xfrm>
            <a:off x="6904487" y="278451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1" name="Google Shape;621;p12"/>
          <p:cNvSpPr/>
          <p:nvPr/>
        </p:nvSpPr>
        <p:spPr>
          <a:xfrm>
            <a:off x="6510787" y="248872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2" name="Google Shape;622;p12"/>
          <p:cNvSpPr/>
          <p:nvPr/>
        </p:nvSpPr>
        <p:spPr>
          <a:xfrm>
            <a:off x="6727397" y="2524543"/>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3" name="Google Shape;623;p12"/>
          <p:cNvSpPr/>
          <p:nvPr/>
        </p:nvSpPr>
        <p:spPr>
          <a:xfrm>
            <a:off x="7077577" y="276225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4" name="Google Shape;624;p12"/>
          <p:cNvSpPr/>
          <p:nvPr/>
        </p:nvSpPr>
        <p:spPr>
          <a:xfrm>
            <a:off x="8609262" y="5336142"/>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5" name="Google Shape;625;p12"/>
          <p:cNvSpPr/>
          <p:nvPr/>
        </p:nvSpPr>
        <p:spPr>
          <a:xfrm>
            <a:off x="8456862" y="4242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6" name="Google Shape;626;p12"/>
          <p:cNvSpPr/>
          <p:nvPr/>
        </p:nvSpPr>
        <p:spPr>
          <a:xfrm>
            <a:off x="8609262" y="4431114"/>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7" name="Google Shape;627;p12"/>
          <p:cNvSpPr/>
          <p:nvPr/>
        </p:nvSpPr>
        <p:spPr>
          <a:xfrm>
            <a:off x="6976376" y="264206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8" name="Google Shape;628;p12"/>
          <p:cNvSpPr/>
          <p:nvPr/>
        </p:nvSpPr>
        <p:spPr>
          <a:xfrm>
            <a:off x="8215564" y="42935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29" name="Google Shape;629;p12"/>
          <p:cNvSpPr/>
          <p:nvPr/>
        </p:nvSpPr>
        <p:spPr>
          <a:xfrm>
            <a:off x="8367964" y="44459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0" name="Google Shape;630;p12"/>
          <p:cNvSpPr/>
          <p:nvPr/>
        </p:nvSpPr>
        <p:spPr>
          <a:xfrm>
            <a:off x="8520364" y="45983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1" name="Google Shape;631;p12"/>
          <p:cNvSpPr/>
          <p:nvPr/>
        </p:nvSpPr>
        <p:spPr>
          <a:xfrm>
            <a:off x="8672764" y="47507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2" name="Google Shape;632;p12"/>
          <p:cNvSpPr/>
          <p:nvPr/>
        </p:nvSpPr>
        <p:spPr>
          <a:xfrm>
            <a:off x="8825164" y="490313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3" name="Google Shape;633;p12"/>
          <p:cNvSpPr/>
          <p:nvPr/>
        </p:nvSpPr>
        <p:spPr>
          <a:xfrm>
            <a:off x="8570724" y="483837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4" name="Google Shape;634;p12"/>
          <p:cNvSpPr/>
          <p:nvPr/>
        </p:nvSpPr>
        <p:spPr>
          <a:xfrm>
            <a:off x="8468627" y="4738766"/>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5" name="Google Shape;635;p12"/>
          <p:cNvSpPr/>
          <p:nvPr/>
        </p:nvSpPr>
        <p:spPr>
          <a:xfrm>
            <a:off x="8543495" y="5120609"/>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6" name="Google Shape;636;p12"/>
          <p:cNvSpPr/>
          <p:nvPr/>
        </p:nvSpPr>
        <p:spPr>
          <a:xfrm>
            <a:off x="8530795" y="5423368"/>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7" name="Google Shape;637;p12"/>
          <p:cNvSpPr/>
          <p:nvPr/>
        </p:nvSpPr>
        <p:spPr>
          <a:xfrm>
            <a:off x="8315822" y="5944447"/>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8" name="Google Shape;638;p12"/>
          <p:cNvSpPr/>
          <p:nvPr/>
        </p:nvSpPr>
        <p:spPr>
          <a:xfrm>
            <a:off x="8393360" y="5264505"/>
            <a:ext cx="63600" cy="71700"/>
          </a:xfrm>
          <a:prstGeom prst="ellipse">
            <a:avLst/>
          </a:prstGeom>
          <a:solidFill>
            <a:srgbClr val="E9077D"/>
          </a:solidFill>
          <a:ln cap="rnd" cmpd="sng" w="19050">
            <a:solidFill>
              <a:srgbClr val="78230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9" name="Google Shape;639;p12"/>
          <p:cNvSpPr/>
          <p:nvPr/>
        </p:nvSpPr>
        <p:spPr>
          <a:xfrm>
            <a:off x="8443227" y="6062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0" name="Google Shape;640;p12"/>
          <p:cNvSpPr/>
          <p:nvPr/>
        </p:nvSpPr>
        <p:spPr>
          <a:xfrm>
            <a:off x="7148764" y="296726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1" name="Google Shape;641;p12"/>
          <p:cNvSpPr/>
          <p:nvPr/>
        </p:nvSpPr>
        <p:spPr>
          <a:xfrm>
            <a:off x="6663895" y="1736520"/>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2" name="Google Shape;642;p12"/>
          <p:cNvSpPr/>
          <p:nvPr/>
        </p:nvSpPr>
        <p:spPr>
          <a:xfrm>
            <a:off x="8206232" y="404133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3" name="Google Shape;643;p12"/>
          <p:cNvSpPr/>
          <p:nvPr/>
        </p:nvSpPr>
        <p:spPr>
          <a:xfrm>
            <a:off x="8215564" y="42935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4" name="Google Shape;644;p12"/>
          <p:cNvSpPr/>
          <p:nvPr/>
        </p:nvSpPr>
        <p:spPr>
          <a:xfrm>
            <a:off x="8367964" y="4445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5" name="Google Shape;645;p12"/>
          <p:cNvSpPr/>
          <p:nvPr/>
        </p:nvSpPr>
        <p:spPr>
          <a:xfrm>
            <a:off x="8520364" y="45983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6" name="Google Shape;646;p12"/>
          <p:cNvSpPr/>
          <p:nvPr/>
        </p:nvSpPr>
        <p:spPr>
          <a:xfrm>
            <a:off x="8672764" y="47507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7" name="Google Shape;647;p12"/>
          <p:cNvSpPr/>
          <p:nvPr/>
        </p:nvSpPr>
        <p:spPr>
          <a:xfrm>
            <a:off x="8469331" y="492950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8" name="Google Shape;648;p12"/>
          <p:cNvSpPr/>
          <p:nvPr/>
        </p:nvSpPr>
        <p:spPr>
          <a:xfrm>
            <a:off x="8480928" y="55868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49" name="Google Shape;649;p12"/>
          <p:cNvSpPr/>
          <p:nvPr/>
        </p:nvSpPr>
        <p:spPr>
          <a:xfrm>
            <a:off x="9129964" y="5207938"/>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0" name="Google Shape;650;p12"/>
          <p:cNvSpPr/>
          <p:nvPr/>
        </p:nvSpPr>
        <p:spPr>
          <a:xfrm>
            <a:off x="8707883" y="5172119"/>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1" name="Google Shape;651;p12"/>
          <p:cNvSpPr/>
          <p:nvPr/>
        </p:nvSpPr>
        <p:spPr>
          <a:xfrm>
            <a:off x="8284081" y="4166084"/>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2" name="Google Shape;652;p12"/>
          <p:cNvSpPr/>
          <p:nvPr/>
        </p:nvSpPr>
        <p:spPr>
          <a:xfrm>
            <a:off x="8672764" y="5373975"/>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3" name="Google Shape;653;p12"/>
          <p:cNvSpPr/>
          <p:nvPr/>
        </p:nvSpPr>
        <p:spPr>
          <a:xfrm>
            <a:off x="8704515" y="4980451"/>
            <a:ext cx="63600" cy="71700"/>
          </a:xfrm>
          <a:prstGeom prst="ellipse">
            <a:avLst/>
          </a:prstGeom>
          <a:solidFill>
            <a:srgbClr val="00B0F0"/>
          </a:solidFill>
          <a:ln cap="rnd" cmpd="sng" w="190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4" name="Google Shape;654;p12"/>
          <p:cNvSpPr/>
          <p:nvPr/>
        </p:nvSpPr>
        <p:spPr>
          <a:xfrm>
            <a:off x="6936238" y="2462453"/>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5" name="Google Shape;655;p12"/>
          <p:cNvSpPr/>
          <p:nvPr/>
        </p:nvSpPr>
        <p:spPr>
          <a:xfrm>
            <a:off x="5281864" y="137735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6" name="Google Shape;656;p12"/>
          <p:cNvSpPr/>
          <p:nvPr/>
        </p:nvSpPr>
        <p:spPr>
          <a:xfrm>
            <a:off x="8353928" y="3810814"/>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7" name="Google Shape;657;p12"/>
          <p:cNvSpPr/>
          <p:nvPr/>
        </p:nvSpPr>
        <p:spPr>
          <a:xfrm>
            <a:off x="8570724" y="4191075"/>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8" name="Google Shape;658;p12"/>
          <p:cNvSpPr/>
          <p:nvPr/>
        </p:nvSpPr>
        <p:spPr>
          <a:xfrm>
            <a:off x="8341623" y="393549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59" name="Google Shape;659;p12"/>
          <p:cNvSpPr/>
          <p:nvPr/>
        </p:nvSpPr>
        <p:spPr>
          <a:xfrm>
            <a:off x="8063164" y="41411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0" name="Google Shape;660;p12"/>
          <p:cNvSpPr/>
          <p:nvPr/>
        </p:nvSpPr>
        <p:spPr>
          <a:xfrm>
            <a:off x="8215564" y="42935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1" name="Google Shape;661;p12"/>
          <p:cNvSpPr/>
          <p:nvPr/>
        </p:nvSpPr>
        <p:spPr>
          <a:xfrm>
            <a:off x="8367964" y="44459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2" name="Google Shape;662;p12"/>
          <p:cNvSpPr/>
          <p:nvPr/>
        </p:nvSpPr>
        <p:spPr>
          <a:xfrm>
            <a:off x="852036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3" name="Google Shape;663;p12"/>
          <p:cNvSpPr/>
          <p:nvPr/>
        </p:nvSpPr>
        <p:spPr>
          <a:xfrm>
            <a:off x="8672764" y="47507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4" name="Google Shape;664;p12"/>
          <p:cNvSpPr/>
          <p:nvPr/>
        </p:nvSpPr>
        <p:spPr>
          <a:xfrm>
            <a:off x="9115595" y="420339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5" name="Google Shape;665;p12"/>
          <p:cNvSpPr/>
          <p:nvPr/>
        </p:nvSpPr>
        <p:spPr>
          <a:xfrm>
            <a:off x="9209534" y="4598338"/>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6" name="Google Shape;666;p12"/>
          <p:cNvSpPr/>
          <p:nvPr/>
        </p:nvSpPr>
        <p:spPr>
          <a:xfrm>
            <a:off x="8417430" y="5665226"/>
            <a:ext cx="63600" cy="71700"/>
          </a:xfrm>
          <a:prstGeom prst="ellipse">
            <a:avLst/>
          </a:prstGeom>
          <a:solidFill>
            <a:srgbClr val="FFFF00"/>
          </a:solidFill>
          <a:ln cap="rnd"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67" name="Google Shape;667;p12"/>
          <p:cNvSpPr txBox="1"/>
          <p:nvPr/>
        </p:nvSpPr>
        <p:spPr>
          <a:xfrm>
            <a:off x="8508570" y="2887850"/>
            <a:ext cx="249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entury Gothic"/>
                <a:ea typeface="Century Gothic"/>
                <a:cs typeface="Century Gothic"/>
                <a:sym typeface="Century Gothic"/>
              </a:rPr>
              <a:t>GEOREFERENCIADO </a:t>
            </a:r>
            <a:endParaRPr b="0" i="0" sz="1800" u="none" cap="none" strike="noStrike">
              <a:solidFill>
                <a:schemeClr val="lt1"/>
              </a:solidFill>
              <a:latin typeface="Century Gothic"/>
              <a:ea typeface="Century Gothic"/>
              <a:cs typeface="Century Gothic"/>
              <a:sym typeface="Century Gothic"/>
            </a:endParaRPr>
          </a:p>
        </p:txBody>
      </p:sp>
      <p:graphicFrame>
        <p:nvGraphicFramePr>
          <p:cNvPr id="668" name="Google Shape;668;p12"/>
          <p:cNvGraphicFramePr/>
          <p:nvPr/>
        </p:nvGraphicFramePr>
        <p:xfrm>
          <a:off x="4027601" y="2424356"/>
          <a:ext cx="3000000" cy="3000000"/>
        </p:xfrm>
        <a:graphic>
          <a:graphicData uri="http://schemas.openxmlformats.org/drawingml/2006/table">
            <a:tbl>
              <a:tblPr bandRow="1" firstRow="1">
                <a:noFill/>
                <a:tableStyleId>{3441E4EC-219A-4EDF-B2B1-583CA0E40A59}</a:tableStyleId>
              </a:tblPr>
              <a:tblGrid>
                <a:gridCol w="2239550"/>
              </a:tblGrid>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solidFill>
                      <a:srgbClr val="00B0F0"/>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Pintura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Escultura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Música </a:t>
                      </a:r>
                      <a:endParaRPr sz="1800" u="none" cap="none" strike="noStrike"/>
                    </a:p>
                  </a:txBody>
                  <a:tcPr marT="45725" marB="45725" marR="91450" marL="91450"/>
                </a:tc>
              </a:tr>
              <a:tr h="3079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Danza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teatro</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Cine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Artesanía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s-ES" sz="1800" u="none" cap="none" strike="noStrike"/>
                        <a:t>Arquitectura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s-ES" sz="1800" u="none" cap="none" strike="noStrike"/>
                        <a:t>Cocina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s-ES" sz="1800" u="none" cap="none" strike="noStrike"/>
                        <a:t>Grabado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graphicFrame>
        <p:nvGraphicFramePr>
          <p:cNvPr id="669" name="Google Shape;669;p12"/>
          <p:cNvGraphicFramePr/>
          <p:nvPr/>
        </p:nvGraphicFramePr>
        <p:xfrm>
          <a:off x="6285897" y="2753183"/>
          <a:ext cx="3000000" cy="3000000"/>
        </p:xfrm>
        <a:graphic>
          <a:graphicData uri="http://schemas.openxmlformats.org/drawingml/2006/table">
            <a:tbl>
              <a:tblPr bandRow="1" firstRow="1">
                <a:noFill/>
                <a:tableStyleId>{961DD0A4-EE90-4515-9F85-0030982B9BC7}</a:tableStyleId>
              </a:tblPr>
              <a:tblGrid>
                <a:gridCol w="2612500"/>
              </a:tblGrid>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solidFill>
                          <a:schemeClr val="lt1"/>
                        </a:solidFill>
                        <a:latin typeface="Century Gothic"/>
                        <a:ea typeface="Century Gothic"/>
                        <a:cs typeface="Century Gothic"/>
                        <a:sym typeface="Century Gothic"/>
                      </a:endParaRPr>
                    </a:p>
                  </a:txBody>
                  <a:tcPr marT="45725" marB="45725" marR="91450" marL="91450">
                    <a:solidFill>
                      <a:srgbClr val="FFFF00"/>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Acuarela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Oleo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Acrílico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Pigmentos naturales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lt1"/>
                        </a:buClr>
                        <a:buSzPts val="1800"/>
                        <a:buFont typeface="Century Gothic"/>
                        <a:buNone/>
                      </a:pPr>
                      <a:r>
                        <a:rPr lang="es-ES" sz="1800" u="none" cap="none" strike="noStrike"/>
                        <a:t>Técnica mixta </a:t>
                      </a:r>
                      <a:endParaRPr sz="18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otros</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g3af3e35d221_0_11"/>
          <p:cNvSpPr txBox="1"/>
          <p:nvPr>
            <p:ph idx="1" type="body"/>
          </p:nvPr>
        </p:nvSpPr>
        <p:spPr>
          <a:xfrm>
            <a:off x="831850" y="426307"/>
            <a:ext cx="10534800" cy="5171100"/>
          </a:xfrm>
          <a:prstGeom prst="rect">
            <a:avLst/>
          </a:prstGeom>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b="1" lang="es-ES" sz="2400">
                <a:latin typeface="Arial"/>
                <a:ea typeface="Arial"/>
                <a:cs typeface="Arial"/>
                <a:sym typeface="Arial"/>
              </a:rPr>
              <a:t> ¿Por qué Ñuñoa?</a:t>
            </a:r>
            <a:endParaRPr b="1"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s-ES">
                <a:latin typeface="Arial"/>
                <a:ea typeface="Arial"/>
                <a:cs typeface="Arial"/>
                <a:sym typeface="Arial"/>
              </a:rPr>
              <a:t>Ñuñoa posee una fuerte identidad cultural, una comunidad activa y una red consolidada de espacios artísticos.  lo que hace de este lugar Será el </a:t>
            </a:r>
            <a:r>
              <a:rPr b="1" lang="es-ES">
                <a:latin typeface="Arial"/>
                <a:ea typeface="Arial"/>
                <a:cs typeface="Arial"/>
                <a:sym typeface="Arial"/>
              </a:rPr>
              <a:t>primer latido</a:t>
            </a:r>
            <a:r>
              <a:rPr lang="es-ES">
                <a:latin typeface="Arial"/>
                <a:ea typeface="Arial"/>
                <a:cs typeface="Arial"/>
                <a:sym typeface="Arial"/>
              </a:rPr>
              <a:t> de este sistema que luego podrá expandirse a otras comunas y regiones, creciendo con el apoyo de fondos culturales como </a:t>
            </a:r>
            <a:r>
              <a:rPr b="1" lang="es-ES">
                <a:latin typeface="Arial"/>
                <a:ea typeface="Arial"/>
                <a:cs typeface="Arial"/>
                <a:sym typeface="Arial"/>
              </a:rPr>
              <a:t>Fondart</a:t>
            </a:r>
            <a:r>
              <a:rPr lang="es-ES">
                <a:latin typeface="Arial"/>
                <a:ea typeface="Arial"/>
                <a:cs typeface="Arial"/>
                <a:sym typeface="Arial"/>
              </a:rPr>
              <a:t> e </a:t>
            </a:r>
            <a:r>
              <a:rPr b="1" lang="es-ES">
                <a:latin typeface="Arial"/>
                <a:ea typeface="Arial"/>
                <a:cs typeface="Arial"/>
                <a:sym typeface="Arial"/>
              </a:rPr>
              <a:t>I+D de Corfo</a:t>
            </a:r>
            <a:r>
              <a:rPr lang="es-ES">
                <a:latin typeface="Arial"/>
                <a:ea typeface="Arial"/>
                <a:cs typeface="Arial"/>
                <a:sym typeface="Arial"/>
              </a:rPr>
              <a:t>.</a:t>
            </a:r>
            <a:endParaRPr>
              <a:latin typeface="Arial"/>
              <a:ea typeface="Arial"/>
              <a:cs typeface="Arial"/>
              <a:sym typeface="Arial"/>
            </a:endParaRPr>
          </a:p>
          <a:p>
            <a:pPr indent="0" lvl="0" marL="0" rtl="0" algn="l">
              <a:lnSpc>
                <a:spcPct val="115000"/>
              </a:lnSpc>
              <a:spcBef>
                <a:spcPts val="1200"/>
              </a:spcBef>
              <a:spcAft>
                <a:spcPts val="0"/>
              </a:spcAft>
              <a:buNone/>
            </a:pPr>
            <a:r>
              <a:rPr lang="es-ES">
                <a:latin typeface="Arial"/>
                <a:ea typeface="Arial"/>
                <a:cs typeface="Arial"/>
                <a:sym typeface="Arial"/>
              </a:rPr>
              <a:t>La municipalidad cuenta con una buena comunicación digital, MEDIANTE SUS REDES SOCIALES Y SU PÁGINA WEB  que está muy bien nutridas por las actividades locales mayoritariamente municipales SIN EMBARGO ESTOS MEDIOS CARECEN DE UN ELEMENTO LA INTUICIÓN Y LA INTERACCIÓN . </a:t>
            </a:r>
            <a:endParaRPr>
              <a:latin typeface="Arial"/>
              <a:ea typeface="Arial"/>
              <a:cs typeface="Arial"/>
              <a:sym typeface="Arial"/>
            </a:endParaRPr>
          </a:p>
          <a:p>
            <a:pPr indent="0" lvl="0" marL="0" rtl="0" algn="l">
              <a:lnSpc>
                <a:spcPct val="115000"/>
              </a:lnSpc>
              <a:spcBef>
                <a:spcPts val="1200"/>
              </a:spcBef>
              <a:spcAft>
                <a:spcPts val="0"/>
              </a:spcAft>
              <a:buNone/>
            </a:pPr>
            <a:r>
              <a:rPr lang="es-ES">
                <a:latin typeface="Arial"/>
                <a:ea typeface="Arial"/>
                <a:cs typeface="Arial"/>
                <a:sym typeface="Arial"/>
              </a:rPr>
              <a:t>Esta plataforma unifica la gestión cultural comunal y ofrece una herramienta moderna, amigable y  georreferenciada y neutra. </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3af3e35d221_0_16"/>
          <p:cNvSpPr txBox="1"/>
          <p:nvPr>
            <p:ph idx="1" type="body"/>
          </p:nvPr>
        </p:nvSpPr>
        <p:spPr>
          <a:xfrm>
            <a:off x="71050" y="99475"/>
            <a:ext cx="11836800" cy="6853200"/>
          </a:xfrm>
          <a:prstGeom prst="rect">
            <a:avLst/>
          </a:prstGeom>
        </p:spPr>
        <p:txBody>
          <a:bodyPr anchorCtr="0" anchor="t" bIns="0" lIns="0" spcFirstLastPara="1" rIns="0" wrap="square" tIns="0">
            <a:spAutoFit/>
          </a:bodyPr>
          <a:lstStyle/>
          <a:p>
            <a:pPr indent="0" lvl="0" marL="0" rtl="0" algn="l">
              <a:lnSpc>
                <a:spcPct val="115000"/>
              </a:lnSpc>
              <a:spcBef>
                <a:spcPts val="2400"/>
              </a:spcBef>
              <a:spcAft>
                <a:spcPts val="0"/>
              </a:spcAft>
              <a:buClr>
                <a:schemeClr val="dk1"/>
              </a:buClr>
              <a:buSzPts val="1100"/>
              <a:buFont typeface="Arial"/>
              <a:buNone/>
            </a:pPr>
            <a:r>
              <a:rPr b="1" lang="es-ES" sz="2500">
                <a:latin typeface="Arial"/>
                <a:ea typeface="Arial"/>
                <a:cs typeface="Arial"/>
                <a:sym typeface="Arial"/>
              </a:rPr>
              <a:t>Festival Presencial: “Un Viaje por las Artes”</a:t>
            </a:r>
            <a:endParaRPr b="1" sz="2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s-ES" sz="1500">
                <a:latin typeface="Arial"/>
                <a:ea typeface="Arial"/>
                <a:cs typeface="Arial"/>
                <a:sym typeface="Arial"/>
              </a:rPr>
              <a:t>Para generar una base sólida de usuarios y activar la plataforma desde su lanzamiento, proponemos el </a:t>
            </a:r>
            <a:r>
              <a:rPr b="1" lang="es-ES" sz="1500">
                <a:latin typeface="Arial"/>
                <a:ea typeface="Arial"/>
                <a:cs typeface="Arial"/>
                <a:sym typeface="Arial"/>
              </a:rPr>
              <a:t>Primer Festival de Artes Visuales de Ñuñoa</a:t>
            </a:r>
            <a:r>
              <a:rPr lang="es-ES" sz="1500">
                <a:latin typeface="Arial"/>
                <a:ea typeface="Arial"/>
                <a:cs typeface="Arial"/>
                <a:sym typeface="Arial"/>
              </a:rPr>
              <a:t>, un evento masivo de dos días que inundará la comuna de arte, recorridos y experiencias.</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s-ES" sz="1500">
                <a:latin typeface="Arial"/>
                <a:ea typeface="Arial"/>
                <a:cs typeface="Arial"/>
                <a:sym typeface="Arial"/>
              </a:rPr>
              <a:t>El festival funcionará como </a:t>
            </a:r>
            <a:r>
              <a:rPr b="1" lang="es-ES" sz="1500">
                <a:solidFill>
                  <a:srgbClr val="0000FF"/>
                </a:solidFill>
                <a:latin typeface="Arial"/>
                <a:ea typeface="Arial"/>
                <a:cs typeface="Arial"/>
                <a:sym typeface="Arial"/>
              </a:rPr>
              <a:t>early adopter</a:t>
            </a:r>
            <a:r>
              <a:rPr lang="es-ES" sz="1500">
                <a:solidFill>
                  <a:srgbClr val="0000FF"/>
                </a:solidFill>
                <a:latin typeface="Arial"/>
                <a:ea typeface="Arial"/>
                <a:cs typeface="Arial"/>
                <a:sym typeface="Arial"/>
              </a:rPr>
              <a:t> </a:t>
            </a:r>
            <a:r>
              <a:rPr lang="es-ES" sz="1500">
                <a:latin typeface="Arial"/>
                <a:ea typeface="Arial"/>
                <a:cs typeface="Arial"/>
                <a:sym typeface="Arial"/>
              </a:rPr>
              <a:t>del ecosistema: mediante </a:t>
            </a:r>
            <a:r>
              <a:rPr b="1" lang="es-ES" sz="1500">
                <a:latin typeface="Arial"/>
                <a:ea typeface="Arial"/>
                <a:cs typeface="Arial"/>
                <a:sym typeface="Arial"/>
              </a:rPr>
              <a:t>códigos QR instalados en calles, parques, talleres y espacios culturales</a:t>
            </a:r>
            <a:r>
              <a:rPr lang="es-ES" sz="1500">
                <a:latin typeface="Arial"/>
                <a:ea typeface="Arial"/>
                <a:cs typeface="Arial"/>
                <a:sym typeface="Arial"/>
              </a:rPr>
              <a:t>, las personas descargaron la app y seguirán un circuito artístico especialmente diseñado.</a:t>
            </a:r>
            <a:endParaRPr sz="15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s-ES" sz="1700">
                <a:latin typeface="Arial"/>
                <a:ea typeface="Arial"/>
                <a:cs typeface="Arial"/>
                <a:sym typeface="Arial"/>
              </a:rPr>
              <a:t>Objetivos del Festival</a:t>
            </a:r>
            <a:endParaRPr b="1" sz="17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Char char="●"/>
            </a:pPr>
            <a:r>
              <a:rPr lang="es-ES">
                <a:latin typeface="Arial"/>
                <a:ea typeface="Arial"/>
                <a:cs typeface="Arial"/>
                <a:sym typeface="Arial"/>
              </a:rPr>
              <a:t>Poner en valor la identidad cultural de Ñuñoa.</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s-ES">
                <a:latin typeface="Arial"/>
                <a:ea typeface="Arial"/>
                <a:cs typeface="Arial"/>
                <a:sym typeface="Arial"/>
              </a:rPr>
              <a:t>Crear un circuito activo, accesible y totalmente georreferenciado.</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s-ES">
                <a:latin typeface="Arial"/>
                <a:ea typeface="Arial"/>
                <a:cs typeface="Arial"/>
                <a:sym typeface="Arial"/>
              </a:rPr>
              <a:t>Incentivar el turismo cultural.</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s-ES">
                <a:latin typeface="Arial"/>
                <a:ea typeface="Arial"/>
                <a:cs typeface="Arial"/>
                <a:sym typeface="Arial"/>
              </a:rPr>
              <a:t>Fortalecer el vínculo entre comunidad, artistas y espacios.</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s-ES">
                <a:latin typeface="Arial"/>
                <a:ea typeface="Arial"/>
                <a:cs typeface="Arial"/>
                <a:sym typeface="Arial"/>
              </a:rPr>
              <a:t>Impulsar la visibilización de talleres y procesos creativos.</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s-ES">
                <a:latin typeface="Arial"/>
                <a:ea typeface="Arial"/>
                <a:cs typeface="Arial"/>
                <a:sym typeface="Arial"/>
              </a:rPr>
              <a:t>Mejorar la organización comunal de programación cultural.</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s-ES">
                <a:latin typeface="Arial"/>
                <a:ea typeface="Arial"/>
                <a:cs typeface="Arial"/>
                <a:sym typeface="Arial"/>
              </a:rPr>
              <a:t>Activar económicamente el sector artístico local.</a:t>
            </a:r>
            <a:br>
              <a:rPr lang="es-ES">
                <a:latin typeface="Arial"/>
                <a:ea typeface="Arial"/>
                <a:cs typeface="Arial"/>
                <a:sym typeface="Arial"/>
              </a:rPr>
            </a:br>
            <a:endParaRPr>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s-ES" sz="1700">
                <a:latin typeface="Arial"/>
                <a:ea typeface="Arial"/>
                <a:cs typeface="Arial"/>
                <a:sym typeface="Arial"/>
              </a:rPr>
              <a:t>Referentes Internacionales</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s-ES" sz="1500">
                <a:latin typeface="Arial"/>
                <a:ea typeface="Arial"/>
                <a:cs typeface="Arial"/>
                <a:sym typeface="Arial"/>
              </a:rPr>
              <a:t>Inspirado en experiencias exitosas como </a:t>
            </a:r>
            <a:r>
              <a:rPr i="1" lang="es-ES" sz="1500">
                <a:latin typeface="Arial"/>
                <a:ea typeface="Arial"/>
                <a:cs typeface="Arial"/>
                <a:sym typeface="Arial"/>
              </a:rPr>
              <a:t>Le Voyage à Nantes</a:t>
            </a:r>
            <a:r>
              <a:rPr lang="es-ES" sz="1500">
                <a:latin typeface="Arial"/>
                <a:ea typeface="Arial"/>
                <a:cs typeface="Arial"/>
                <a:sym typeface="Arial"/>
              </a:rPr>
              <a:t> (Francia, activo desde 2011), este formato busca instalar una ruta permanente, escalable y sostenible en el territorio.</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300">
              <a:latin typeface="Arial"/>
              <a:ea typeface="Arial"/>
              <a:cs typeface="Arial"/>
              <a:sym typeface="Arial"/>
            </a:endParaRPr>
          </a:p>
          <a:p>
            <a:pPr indent="0" lvl="0" marL="0" rtl="0" algn="l">
              <a:spcBef>
                <a:spcPts val="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3" name="Shape 683"/>
        <p:cNvGrpSpPr/>
        <p:nvPr/>
      </p:nvGrpSpPr>
      <p:grpSpPr>
        <a:xfrm>
          <a:off x="0" y="0"/>
          <a:ext cx="0" cy="0"/>
          <a:chOff x="0" y="0"/>
          <a:chExt cx="0" cy="0"/>
        </a:xfrm>
      </p:grpSpPr>
      <p:sp>
        <p:nvSpPr>
          <p:cNvPr id="684" name="Google Shape;684;p18"/>
          <p:cNvSpPr/>
          <p:nvPr/>
        </p:nvSpPr>
        <p:spPr>
          <a:xfrm>
            <a:off x="0" y="0"/>
            <a:ext cx="12192000" cy="6858000"/>
          </a:xfrm>
          <a:custGeom>
            <a:rect b="b" l="l" r="r" t="t"/>
            <a:pathLst>
              <a:path extrusionOk="0" h="6858000" w="12192000">
                <a:moveTo>
                  <a:pt x="12192000" y="0"/>
                </a:moveTo>
                <a:lnTo>
                  <a:pt x="0" y="0"/>
                </a:lnTo>
                <a:lnTo>
                  <a:pt x="0" y="6857999"/>
                </a:lnTo>
                <a:lnTo>
                  <a:pt x="12192000" y="6857999"/>
                </a:lnTo>
                <a:lnTo>
                  <a:pt x="1219200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p18"/>
          <p:cNvSpPr txBox="1"/>
          <p:nvPr>
            <p:ph type="title"/>
          </p:nvPr>
        </p:nvSpPr>
        <p:spPr>
          <a:xfrm>
            <a:off x="78739" y="0"/>
            <a:ext cx="5348100" cy="12441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b="1" lang="es-ES" sz="4000">
                <a:solidFill>
                  <a:srgbClr val="FFFFFF"/>
                </a:solidFill>
                <a:latin typeface="Calibri"/>
                <a:ea typeface="Calibri"/>
                <a:cs typeface="Calibri"/>
                <a:sym typeface="Calibri"/>
              </a:rPr>
              <a:t>Festival:  </a:t>
            </a:r>
            <a:r>
              <a:rPr b="1" lang="es-ES" sz="4000">
                <a:solidFill>
                  <a:srgbClr val="FFFFFF"/>
                </a:solidFill>
              </a:rPr>
              <a:t>viaje </a:t>
            </a:r>
            <a:r>
              <a:rPr b="1" lang="es-ES" sz="4000">
                <a:solidFill>
                  <a:srgbClr val="FFFFFF"/>
                </a:solidFill>
                <a:latin typeface="Calibri"/>
                <a:ea typeface="Calibri"/>
                <a:cs typeface="Calibri"/>
                <a:sym typeface="Calibri"/>
              </a:rPr>
              <a:t> por</a:t>
            </a:r>
            <a:r>
              <a:rPr b="1" lang="es-ES" sz="4000">
                <a:solidFill>
                  <a:srgbClr val="FFFFFF"/>
                </a:solidFill>
              </a:rPr>
              <a:t> las artes </a:t>
            </a:r>
            <a:endParaRPr b="1" sz="4000">
              <a:latin typeface="Calibri"/>
              <a:ea typeface="Calibri"/>
              <a:cs typeface="Calibri"/>
              <a:sym typeface="Calibri"/>
            </a:endParaRPr>
          </a:p>
        </p:txBody>
      </p:sp>
      <p:sp>
        <p:nvSpPr>
          <p:cNvPr id="686" name="Google Shape;686;p18"/>
          <p:cNvSpPr txBox="1"/>
          <p:nvPr/>
        </p:nvSpPr>
        <p:spPr>
          <a:xfrm>
            <a:off x="13097" y="1235978"/>
            <a:ext cx="5627400" cy="5320500"/>
          </a:xfrm>
          <a:prstGeom prst="rect">
            <a:avLst/>
          </a:prstGeom>
          <a:noFill/>
          <a:ln>
            <a:noFill/>
          </a:ln>
        </p:spPr>
        <p:txBody>
          <a:bodyPr anchorCtr="0" anchor="t" bIns="0" lIns="0" spcFirstLastPara="1" rIns="0" wrap="square" tIns="12700">
            <a:spAutoFit/>
          </a:bodyPr>
          <a:lstStyle/>
          <a:p>
            <a:pPr indent="0" lvl="0" marL="36195" marR="5080" rtl="0" algn="l">
              <a:lnSpc>
                <a:spcPct val="89800"/>
              </a:lnSpc>
              <a:spcBef>
                <a:spcPts val="30"/>
              </a:spcBef>
              <a:spcAft>
                <a:spcPts val="0"/>
              </a:spcAft>
              <a:buClr>
                <a:srgbClr val="000000"/>
              </a:buClr>
              <a:buSzPts val="2400"/>
              <a:buFont typeface="Arial"/>
              <a:buNone/>
            </a:pPr>
            <a:r>
              <a:rPr b="0" i="0" lang="es-ES" sz="2400" u="none" cap="none" strike="noStrike">
                <a:solidFill>
                  <a:srgbClr val="FFFFFF"/>
                </a:solidFill>
                <a:latin typeface="Calibri"/>
                <a:ea typeface="Calibri"/>
                <a:cs typeface="Calibri"/>
                <a:sym typeface="Calibri"/>
              </a:rPr>
              <a:t>Durante dos días, incentivamos un espacio  de encuentro entre la comunidad y las artes visuales locales, de manera de contribuir con  el patrimonio cultural territorial y los  espacios, a través de recorridos por las  diferentes disciplinas del arte visual , inundando la comuna de ñuñoa , formas , abriendo los talleres de los maestros, que incentivan el turismo cultural  con el propósito de vivir experiencias  artísticas únicas que fortalecen la recreación  de los grupos humanos, promoviendo participación ciudadana, junto con una  buena calidad de vida para todos, desde el  arte y la cultura, generando lazos que  vinculan de manera directa a la comunidad con los artistas.</a:t>
            </a:r>
            <a:endParaRPr b="0" i="0" sz="2400" u="none" cap="none" strike="noStrike">
              <a:solidFill>
                <a:schemeClr val="dk1"/>
              </a:solidFill>
              <a:latin typeface="Calibri"/>
              <a:ea typeface="Calibri"/>
              <a:cs typeface="Calibri"/>
              <a:sym typeface="Calibri"/>
            </a:endParaRPr>
          </a:p>
        </p:txBody>
      </p:sp>
      <p:grpSp>
        <p:nvGrpSpPr>
          <p:cNvPr id="687" name="Google Shape;687;p18"/>
          <p:cNvGrpSpPr/>
          <p:nvPr/>
        </p:nvGrpSpPr>
        <p:grpSpPr>
          <a:xfrm>
            <a:off x="5285232" y="0"/>
            <a:ext cx="6906767" cy="6857999"/>
            <a:chOff x="5285232" y="0"/>
            <a:chExt cx="6906767" cy="6857999"/>
          </a:xfrm>
        </p:grpSpPr>
        <p:pic>
          <p:nvPicPr>
            <p:cNvPr id="688" name="Google Shape;688;p18"/>
            <p:cNvPicPr preferRelativeResize="0"/>
            <p:nvPr/>
          </p:nvPicPr>
          <p:blipFill rotWithShape="1">
            <a:blip r:embed="rId3">
              <a:alphaModFix/>
            </a:blip>
            <a:srcRect b="0" l="0" r="0" t="0"/>
            <a:stretch/>
          </p:blipFill>
          <p:spPr>
            <a:xfrm>
              <a:off x="5285232" y="0"/>
              <a:ext cx="6903719" cy="6857999"/>
            </a:xfrm>
            <a:prstGeom prst="rect">
              <a:avLst/>
            </a:prstGeom>
            <a:noFill/>
            <a:ln>
              <a:noFill/>
            </a:ln>
          </p:spPr>
        </p:pic>
        <p:pic>
          <p:nvPicPr>
            <p:cNvPr id="689" name="Google Shape;689;p18"/>
            <p:cNvPicPr preferRelativeResize="0"/>
            <p:nvPr/>
          </p:nvPicPr>
          <p:blipFill rotWithShape="1">
            <a:blip r:embed="rId4">
              <a:alphaModFix/>
            </a:blip>
            <a:srcRect b="0" l="0" r="0" t="0"/>
            <a:stretch/>
          </p:blipFill>
          <p:spPr>
            <a:xfrm>
              <a:off x="5818906" y="12699"/>
              <a:ext cx="6373093" cy="6845299"/>
            </a:xfrm>
            <a:prstGeom prst="rect">
              <a:avLst/>
            </a:prstGeom>
            <a:noFill/>
            <a:ln>
              <a:noFill/>
            </a:ln>
          </p:spPr>
        </p:pic>
      </p:grpSp>
      <p:pic>
        <p:nvPicPr>
          <p:cNvPr id="690" name="Google Shape;690;p18"/>
          <p:cNvPicPr preferRelativeResize="0"/>
          <p:nvPr/>
        </p:nvPicPr>
        <p:blipFill rotWithShape="1">
          <a:blip r:embed="rId5">
            <a:alphaModFix/>
          </a:blip>
          <a:srcRect b="0" l="0" r="0" t="0"/>
          <a:stretch/>
        </p:blipFill>
        <p:spPr>
          <a:xfrm>
            <a:off x="5629655" y="0"/>
            <a:ext cx="877824" cy="68579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4" name="Shape 694"/>
        <p:cNvGrpSpPr/>
        <p:nvPr/>
      </p:nvGrpSpPr>
      <p:grpSpPr>
        <a:xfrm>
          <a:off x="0" y="0"/>
          <a:ext cx="0" cy="0"/>
          <a:chOff x="0" y="0"/>
          <a:chExt cx="0" cy="0"/>
        </a:xfrm>
      </p:grpSpPr>
      <p:sp>
        <p:nvSpPr>
          <p:cNvPr id="695" name="Google Shape;695;p19"/>
          <p:cNvSpPr txBox="1"/>
          <p:nvPr>
            <p:ph type="title"/>
          </p:nvPr>
        </p:nvSpPr>
        <p:spPr>
          <a:xfrm>
            <a:off x="916939" y="512571"/>
            <a:ext cx="3883800" cy="2287200"/>
          </a:xfrm>
          <a:prstGeom prst="rect">
            <a:avLst/>
          </a:prstGeom>
          <a:noFill/>
          <a:ln>
            <a:noFill/>
          </a:ln>
        </p:spPr>
        <p:txBody>
          <a:bodyPr anchorCtr="0" anchor="t" bIns="0" lIns="0" spcFirstLastPara="1" rIns="0" wrap="square" tIns="74925">
            <a:spAutoFit/>
          </a:bodyPr>
          <a:lstStyle/>
          <a:p>
            <a:pPr indent="0" lvl="0" marL="12700" marR="5080" rtl="0" algn="l">
              <a:lnSpc>
                <a:spcPct val="89800"/>
              </a:lnSpc>
              <a:spcBef>
                <a:spcPts val="0"/>
              </a:spcBef>
              <a:spcAft>
                <a:spcPts val="0"/>
              </a:spcAft>
              <a:buSzPts val="1400"/>
              <a:buNone/>
            </a:pPr>
            <a:r>
              <a:rPr lang="es-ES" sz="4000">
                <a:latin typeface="Calibri"/>
                <a:ea typeface="Calibri"/>
                <a:cs typeface="Calibri"/>
                <a:sym typeface="Calibri"/>
              </a:rPr>
              <a:t>Referentes de la  experiencia de  Festival en Francia</a:t>
            </a:r>
            <a:endParaRPr sz="4000">
              <a:latin typeface="Calibri"/>
              <a:ea typeface="Calibri"/>
              <a:cs typeface="Calibri"/>
              <a:sym typeface="Calibri"/>
            </a:endParaRPr>
          </a:p>
          <a:p>
            <a:pPr indent="0" lvl="0" marL="12700" marR="5080" rtl="0" algn="l">
              <a:lnSpc>
                <a:spcPct val="89800"/>
              </a:lnSpc>
              <a:spcBef>
                <a:spcPts val="0"/>
              </a:spcBef>
              <a:spcAft>
                <a:spcPts val="0"/>
              </a:spcAft>
              <a:buSzPts val="1400"/>
              <a:buNone/>
            </a:pPr>
            <a:r>
              <a:rPr lang="es-ES" sz="4000"/>
              <a:t>Nantes </a:t>
            </a:r>
            <a:endParaRPr sz="4000"/>
          </a:p>
        </p:txBody>
      </p:sp>
      <p:sp>
        <p:nvSpPr>
          <p:cNvPr id="696" name="Google Shape;696;p19"/>
          <p:cNvSpPr txBox="1"/>
          <p:nvPr/>
        </p:nvSpPr>
        <p:spPr>
          <a:xfrm>
            <a:off x="678939" y="5436108"/>
            <a:ext cx="3811904" cy="607695"/>
          </a:xfrm>
          <a:prstGeom prst="rect">
            <a:avLst/>
          </a:prstGeom>
          <a:noFill/>
          <a:ln>
            <a:noFill/>
          </a:ln>
        </p:spPr>
        <p:txBody>
          <a:bodyPr anchorCtr="0" anchor="t" bIns="0" lIns="0" spcFirstLastPara="1" rIns="0" wrap="square" tIns="45075">
            <a:spAutoFit/>
          </a:bodyPr>
          <a:lstStyle/>
          <a:p>
            <a:pPr indent="-228600" lvl="0" marL="241300" marR="5080" rtl="0" algn="l">
              <a:lnSpc>
                <a:spcPct val="109000"/>
              </a:lnSpc>
              <a:spcBef>
                <a:spcPts val="0"/>
              </a:spcBef>
              <a:spcAft>
                <a:spcPts val="0"/>
              </a:spcAft>
              <a:buClr>
                <a:srgbClr val="000000"/>
              </a:buClr>
              <a:buSzPts val="2000"/>
              <a:buFont typeface="Arial"/>
              <a:buChar char="•"/>
            </a:pPr>
            <a:r>
              <a:rPr b="0" i="0" lang="es-ES" sz="2000" u="sng" cap="none" strike="noStrike">
                <a:solidFill>
                  <a:srgbClr val="0563C1"/>
                </a:solidFill>
                <a:latin typeface="Calibri"/>
                <a:ea typeface="Calibri"/>
                <a:cs typeface="Calibri"/>
                <a:sym typeface="Calibri"/>
              </a:rPr>
              <a:t>https://</a:t>
            </a:r>
            <a:r>
              <a:rPr b="0" i="0" lang="es-ES" sz="2000" u="sng" cap="none" strike="noStrike">
                <a:solidFill>
                  <a:srgbClr val="0563C1"/>
                </a:solidFill>
                <a:latin typeface="Calibri"/>
                <a:ea typeface="Calibri"/>
                <a:cs typeface="Calibri"/>
                <a:sym typeface="Calibri"/>
                <a:hlinkClick r:id="rId3">
                  <a:extLst>
                    <a:ext uri="{A12FA001-AC4F-418D-AE19-62706E023703}">
                      <ahyp:hlinkClr val="tx"/>
                    </a:ext>
                  </a:extLst>
                </a:hlinkClick>
              </a:rPr>
              <a:t>www.levoyageanantes.fr/e </a:t>
            </a:r>
            <a:r>
              <a:rPr b="0" i="0" lang="es-ES" sz="2000" u="none" cap="none" strike="noStrike">
                <a:solidFill>
                  <a:srgbClr val="0563C1"/>
                </a:solidFill>
                <a:latin typeface="Calibri"/>
                <a:ea typeface="Calibri"/>
                <a:cs typeface="Calibri"/>
                <a:sym typeface="Calibri"/>
              </a:rPr>
              <a:t> </a:t>
            </a:r>
            <a:r>
              <a:rPr b="0" i="0" lang="es-ES" sz="2000" u="sng" cap="none" strike="noStrike">
                <a:solidFill>
                  <a:srgbClr val="0563C1"/>
                </a:solidFill>
                <a:latin typeface="Calibri"/>
                <a:ea typeface="Calibri"/>
                <a:cs typeface="Calibri"/>
                <a:sym typeface="Calibri"/>
              </a:rPr>
              <a:t>s/ver/el-viaje-permanente/</a:t>
            </a:r>
            <a:endParaRPr b="0" i="0" sz="2000" u="none" cap="none" strike="noStrike">
              <a:solidFill>
                <a:schemeClr val="dk1"/>
              </a:solidFill>
              <a:latin typeface="Calibri"/>
              <a:ea typeface="Calibri"/>
              <a:cs typeface="Calibri"/>
              <a:sym typeface="Calibri"/>
            </a:endParaRPr>
          </a:p>
        </p:txBody>
      </p:sp>
      <p:pic>
        <p:nvPicPr>
          <p:cNvPr id="697" name="Google Shape;697;p19"/>
          <p:cNvPicPr preferRelativeResize="0"/>
          <p:nvPr/>
        </p:nvPicPr>
        <p:blipFill rotWithShape="1">
          <a:blip r:embed="rId4">
            <a:alphaModFix/>
          </a:blip>
          <a:srcRect b="0" l="0" r="0" t="0"/>
          <a:stretch/>
        </p:blipFill>
        <p:spPr>
          <a:xfrm>
            <a:off x="5186556" y="162853"/>
            <a:ext cx="6830816" cy="6137950"/>
          </a:xfrm>
          <a:prstGeom prst="rect">
            <a:avLst/>
          </a:prstGeom>
          <a:noFill/>
          <a:ln>
            <a:noFill/>
          </a:ln>
        </p:spPr>
      </p:pic>
      <p:sp>
        <p:nvSpPr>
          <p:cNvPr id="698" name="Google Shape;698;p19"/>
          <p:cNvSpPr txBox="1"/>
          <p:nvPr/>
        </p:nvSpPr>
        <p:spPr>
          <a:xfrm>
            <a:off x="678939" y="2866644"/>
            <a:ext cx="3491865" cy="12446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Calibri"/>
                <a:ea typeface="Calibri"/>
                <a:cs typeface="Calibri"/>
                <a:sym typeface="Calibri"/>
              </a:rPr>
              <a:t>Hemos visto en otras ciudades un  formato que creemos replicable y  escalable para la permanencia  mediante la tecnología.</a:t>
            </a:r>
            <a:endParaRPr b="0" i="0" sz="2000" u="none" cap="none" strike="noStrike">
              <a:solidFill>
                <a:schemeClr val="dk1"/>
              </a:solidFill>
              <a:latin typeface="Calibri"/>
              <a:ea typeface="Calibri"/>
              <a:cs typeface="Calibri"/>
              <a:sym typeface="Calibri"/>
            </a:endParaRPr>
          </a:p>
        </p:txBody>
      </p:sp>
      <p:sp>
        <p:nvSpPr>
          <p:cNvPr id="699" name="Google Shape;699;p19"/>
          <p:cNvSpPr txBox="1"/>
          <p:nvPr/>
        </p:nvSpPr>
        <p:spPr>
          <a:xfrm>
            <a:off x="692625" y="4246500"/>
            <a:ext cx="3883800" cy="46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2011-  A LA ACTUALIDAD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3" name="Shape 703"/>
        <p:cNvGrpSpPr/>
        <p:nvPr/>
      </p:nvGrpSpPr>
      <p:grpSpPr>
        <a:xfrm>
          <a:off x="0" y="0"/>
          <a:ext cx="0" cy="0"/>
          <a:chOff x="0" y="0"/>
          <a:chExt cx="0" cy="0"/>
        </a:xfrm>
      </p:grpSpPr>
      <p:sp>
        <p:nvSpPr>
          <p:cNvPr id="704" name="Google Shape;704;p25"/>
          <p:cNvSpPr/>
          <p:nvPr/>
        </p:nvSpPr>
        <p:spPr>
          <a:xfrm>
            <a:off x="0" y="6633050"/>
            <a:ext cx="11089005" cy="225425"/>
          </a:xfrm>
          <a:custGeom>
            <a:rect b="b" l="l" r="r" t="t"/>
            <a:pathLst>
              <a:path extrusionOk="0" h="225425" w="11089005">
                <a:moveTo>
                  <a:pt x="0" y="0"/>
                </a:moveTo>
                <a:lnTo>
                  <a:pt x="11088688" y="0"/>
                </a:lnTo>
                <a:lnTo>
                  <a:pt x="11088688" y="224950"/>
                </a:lnTo>
              </a:path>
            </a:pathLst>
          </a:custGeom>
          <a:noFill/>
          <a:ln cap="flat" cmpd="sng" w="19050">
            <a:solidFill>
              <a:srgbClr val="78230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05" name="Google Shape;705;p25"/>
          <p:cNvPicPr preferRelativeResize="0"/>
          <p:nvPr/>
        </p:nvPicPr>
        <p:blipFill rotWithShape="1">
          <a:blip r:embed="rId3">
            <a:alphaModFix/>
          </a:blip>
          <a:srcRect b="0" l="0" r="0" t="0"/>
          <a:stretch/>
        </p:blipFill>
        <p:spPr>
          <a:xfrm>
            <a:off x="511249" y="1563474"/>
            <a:ext cx="2497751" cy="2497976"/>
          </a:xfrm>
          <a:prstGeom prst="rect">
            <a:avLst/>
          </a:prstGeom>
          <a:noFill/>
          <a:ln>
            <a:noFill/>
          </a:ln>
        </p:spPr>
      </p:pic>
      <p:sp>
        <p:nvSpPr>
          <p:cNvPr id="706" name="Google Shape;706;p25"/>
          <p:cNvSpPr txBox="1"/>
          <p:nvPr/>
        </p:nvSpPr>
        <p:spPr>
          <a:xfrm>
            <a:off x="76200" y="4459069"/>
            <a:ext cx="34923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Código QR con mapa del circuito del Festival para guiar al público</a:t>
            </a:r>
            <a:endParaRPr b="0" i="0" sz="1800" u="none" cap="none" strike="noStrike">
              <a:solidFill>
                <a:schemeClr val="dk1"/>
              </a:solidFill>
              <a:latin typeface="Calibri"/>
              <a:ea typeface="Calibri"/>
              <a:cs typeface="Calibri"/>
              <a:sym typeface="Calibri"/>
            </a:endParaRPr>
          </a:p>
        </p:txBody>
      </p:sp>
      <p:sp>
        <p:nvSpPr>
          <p:cNvPr id="707" name="Google Shape;707;p25"/>
          <p:cNvSpPr txBox="1"/>
          <p:nvPr/>
        </p:nvSpPr>
        <p:spPr>
          <a:xfrm>
            <a:off x="3657600" y="576725"/>
            <a:ext cx="36684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s-ES" sz="1800">
                <a:solidFill>
                  <a:schemeClr val="dk1"/>
                </a:solidFill>
                <a:latin typeface="Calibri"/>
                <a:ea typeface="Calibri"/>
                <a:cs typeface="Calibri"/>
                <a:sym typeface="Calibri"/>
              </a:rPr>
              <a:t>Algunos Artistas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Ciro beltrán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Samy Benmayor</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Bororo</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Matias Pinto D´Aguilar</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Conchita Balmes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Ricardo Villarroel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Alvaro Gueny</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frigerio Ismael</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Rosario Sosa</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Melania Macaya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Coco Gonzales </a:t>
            </a:r>
            <a:endParaRPr sz="18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Rodrigo Cociña </a:t>
            </a:r>
            <a:endParaRPr sz="18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etc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08" name="Google Shape;708;p25" title="13120_401_nunoa.jpeg"/>
          <p:cNvPicPr preferRelativeResize="0"/>
          <p:nvPr/>
        </p:nvPicPr>
        <p:blipFill rotWithShape="1">
          <a:blip r:embed="rId4">
            <a:alphaModFix/>
          </a:blip>
          <a:srcRect b="9946" l="7754" r="10014" t="14179"/>
          <a:stretch/>
        </p:blipFill>
        <p:spPr>
          <a:xfrm rot="-5400000">
            <a:off x="6005450" y="589250"/>
            <a:ext cx="6381576" cy="5203075"/>
          </a:xfrm>
          <a:prstGeom prst="rect">
            <a:avLst/>
          </a:prstGeom>
          <a:noFill/>
          <a:ln>
            <a:noFill/>
          </a:ln>
        </p:spPr>
      </p:pic>
      <p:sp>
        <p:nvSpPr>
          <p:cNvPr id="709" name="Google Shape;709;p25"/>
          <p:cNvSpPr txBox="1"/>
          <p:nvPr/>
        </p:nvSpPr>
        <p:spPr>
          <a:xfrm>
            <a:off x="0" y="6016616"/>
            <a:ext cx="56514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Curatoria  Dermis León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3" name="Shape 713"/>
        <p:cNvGrpSpPr/>
        <p:nvPr/>
      </p:nvGrpSpPr>
      <p:grpSpPr>
        <a:xfrm>
          <a:off x="0" y="0"/>
          <a:ext cx="0" cy="0"/>
          <a:chOff x="0" y="0"/>
          <a:chExt cx="0" cy="0"/>
        </a:xfrm>
      </p:grpSpPr>
      <p:sp>
        <p:nvSpPr>
          <p:cNvPr id="714" name="Google Shape;714;g3af3e35d221_0_30"/>
          <p:cNvSpPr/>
          <p:nvPr/>
        </p:nvSpPr>
        <p:spPr>
          <a:xfrm>
            <a:off x="0" y="6633050"/>
            <a:ext cx="11089005" cy="225425"/>
          </a:xfrm>
          <a:custGeom>
            <a:rect b="b" l="l" r="r" t="t"/>
            <a:pathLst>
              <a:path extrusionOk="0" h="225425" w="11089005">
                <a:moveTo>
                  <a:pt x="0" y="0"/>
                </a:moveTo>
                <a:lnTo>
                  <a:pt x="11088688" y="0"/>
                </a:lnTo>
                <a:lnTo>
                  <a:pt x="11088688" y="224950"/>
                </a:lnTo>
              </a:path>
            </a:pathLst>
          </a:custGeom>
          <a:noFill/>
          <a:ln cap="flat" cmpd="sng" w="19050">
            <a:solidFill>
              <a:srgbClr val="78230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15" name="Google Shape;715;g3af3e35d221_0_30"/>
          <p:cNvPicPr preferRelativeResize="0"/>
          <p:nvPr/>
        </p:nvPicPr>
        <p:blipFill rotWithShape="1">
          <a:blip r:embed="rId3">
            <a:alphaModFix/>
          </a:blip>
          <a:srcRect b="0" l="0" r="0" t="0"/>
          <a:stretch/>
        </p:blipFill>
        <p:spPr>
          <a:xfrm>
            <a:off x="511249" y="1563474"/>
            <a:ext cx="2497751" cy="2497976"/>
          </a:xfrm>
          <a:prstGeom prst="rect">
            <a:avLst/>
          </a:prstGeom>
          <a:noFill/>
          <a:ln>
            <a:noFill/>
          </a:ln>
        </p:spPr>
      </p:pic>
      <p:sp>
        <p:nvSpPr>
          <p:cNvPr id="716" name="Google Shape;716;g3af3e35d221_0_30"/>
          <p:cNvSpPr txBox="1"/>
          <p:nvPr/>
        </p:nvSpPr>
        <p:spPr>
          <a:xfrm>
            <a:off x="76200" y="4459069"/>
            <a:ext cx="3492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Código QR con mapa del circuito del Festival para guiar al público</a:t>
            </a:r>
            <a:endParaRPr b="0" i="0" sz="1800" u="none" cap="none" strike="noStrike">
              <a:solidFill>
                <a:schemeClr val="dk1"/>
              </a:solidFill>
              <a:latin typeface="Calibri"/>
              <a:ea typeface="Calibri"/>
              <a:cs typeface="Calibri"/>
              <a:sym typeface="Calibri"/>
            </a:endParaRPr>
          </a:p>
        </p:txBody>
      </p:sp>
      <p:sp>
        <p:nvSpPr>
          <p:cNvPr id="717" name="Google Shape;717;g3af3e35d221_0_30"/>
          <p:cNvSpPr txBox="1"/>
          <p:nvPr/>
        </p:nvSpPr>
        <p:spPr>
          <a:xfrm>
            <a:off x="3293325" y="580363"/>
            <a:ext cx="36684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s-ES" sz="1800">
                <a:solidFill>
                  <a:schemeClr val="dk1"/>
                </a:solidFill>
                <a:latin typeface="Calibri"/>
                <a:ea typeface="Calibri"/>
                <a:cs typeface="Calibri"/>
                <a:sym typeface="Calibri"/>
              </a:rPr>
              <a:t>Algunos Espacios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B</a:t>
            </a:r>
            <a:r>
              <a:rPr lang="es-ES" sz="1800">
                <a:solidFill>
                  <a:schemeClr val="dk1"/>
                </a:solidFill>
                <a:latin typeface="Calibri"/>
                <a:ea typeface="Calibri"/>
                <a:cs typeface="Calibri"/>
                <a:sym typeface="Calibri"/>
              </a:rPr>
              <a:t>arrio italia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Emilio vaisse 561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Garibaldi 1712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Parque juan XXIII</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Casa de la cultura</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Plaza enrique bunster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Plaza Ñuñoa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Parque parque Ramon Cruz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Estadio nacional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Iglesia de nuestra señor del carmen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Iglesia ortodoxa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s-ES" sz="1800">
                <a:solidFill>
                  <a:schemeClr val="dk1"/>
                </a:solidFill>
                <a:latin typeface="Calibri"/>
                <a:ea typeface="Calibri"/>
                <a:cs typeface="Calibri"/>
                <a:sym typeface="Calibri"/>
              </a:rPr>
              <a:t>etc…</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18" name="Google Shape;718;g3af3e35d221_0_30" title="13120_401_nunoa.jpeg"/>
          <p:cNvPicPr preferRelativeResize="0"/>
          <p:nvPr/>
        </p:nvPicPr>
        <p:blipFill rotWithShape="1">
          <a:blip r:embed="rId4">
            <a:alphaModFix/>
          </a:blip>
          <a:srcRect b="9946" l="7754" r="10015" t="14180"/>
          <a:stretch/>
        </p:blipFill>
        <p:spPr>
          <a:xfrm rot="-5400000">
            <a:off x="6005450" y="589249"/>
            <a:ext cx="6381577" cy="5203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pic>
        <p:nvPicPr>
          <p:cNvPr id="723" name="Google Shape;723;p26" title="13120_401_nunoa.jpeg"/>
          <p:cNvPicPr preferRelativeResize="0"/>
          <p:nvPr/>
        </p:nvPicPr>
        <p:blipFill rotWithShape="1">
          <a:blip r:embed="rId3">
            <a:alphaModFix/>
          </a:blip>
          <a:srcRect b="0" l="0" r="0" t="0"/>
          <a:stretch/>
        </p:blipFill>
        <p:spPr>
          <a:xfrm>
            <a:off x="2345313" y="588213"/>
            <a:ext cx="6958775" cy="6149375"/>
          </a:xfrm>
          <a:prstGeom prst="rect">
            <a:avLst/>
          </a:prstGeom>
          <a:noFill/>
          <a:ln>
            <a:noFill/>
          </a:ln>
        </p:spPr>
      </p:pic>
      <p:sp>
        <p:nvSpPr>
          <p:cNvPr id="724" name="Google Shape;724;p26"/>
          <p:cNvSpPr/>
          <p:nvPr/>
        </p:nvSpPr>
        <p:spPr>
          <a:xfrm>
            <a:off x="3347500" y="3472875"/>
            <a:ext cx="150600" cy="12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25" name="Google Shape;725;p26"/>
          <p:cNvSpPr/>
          <p:nvPr/>
        </p:nvSpPr>
        <p:spPr>
          <a:xfrm>
            <a:off x="3723625" y="33976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Calibri"/>
              <a:ea typeface="Calibri"/>
              <a:cs typeface="Calibri"/>
              <a:sym typeface="Calibri"/>
            </a:endParaRPr>
          </a:p>
        </p:txBody>
      </p:sp>
      <p:sp>
        <p:nvSpPr>
          <p:cNvPr id="726" name="Google Shape;726;p26"/>
          <p:cNvSpPr/>
          <p:nvPr/>
        </p:nvSpPr>
        <p:spPr>
          <a:xfrm>
            <a:off x="4485625" y="3435225"/>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3</a:t>
            </a:r>
            <a:endParaRPr b="0" i="0" sz="1400" u="none" cap="none" strike="noStrike">
              <a:solidFill>
                <a:srgbClr val="000000"/>
              </a:solidFill>
              <a:latin typeface="Calibri"/>
              <a:ea typeface="Calibri"/>
              <a:cs typeface="Calibri"/>
              <a:sym typeface="Calibri"/>
            </a:endParaRPr>
          </a:p>
        </p:txBody>
      </p:sp>
      <p:sp>
        <p:nvSpPr>
          <p:cNvPr id="727" name="Google Shape;727;p26"/>
          <p:cNvSpPr/>
          <p:nvPr/>
        </p:nvSpPr>
        <p:spPr>
          <a:xfrm>
            <a:off x="4028425" y="37024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2</a:t>
            </a:r>
            <a:endParaRPr b="0" i="0" sz="1400" u="none" cap="none" strike="noStrike">
              <a:solidFill>
                <a:srgbClr val="000000"/>
              </a:solidFill>
              <a:latin typeface="Calibri"/>
              <a:ea typeface="Calibri"/>
              <a:cs typeface="Calibri"/>
              <a:sym typeface="Calibri"/>
            </a:endParaRPr>
          </a:p>
        </p:txBody>
      </p:sp>
      <p:sp>
        <p:nvSpPr>
          <p:cNvPr id="728" name="Google Shape;728;p26"/>
          <p:cNvSpPr/>
          <p:nvPr/>
        </p:nvSpPr>
        <p:spPr>
          <a:xfrm>
            <a:off x="5066125" y="38065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4</a:t>
            </a:r>
            <a:endParaRPr b="0" i="0" sz="1400" u="none" cap="none" strike="noStrike">
              <a:solidFill>
                <a:srgbClr val="000000"/>
              </a:solidFill>
              <a:latin typeface="Calibri"/>
              <a:ea typeface="Calibri"/>
              <a:cs typeface="Calibri"/>
              <a:sym typeface="Calibri"/>
            </a:endParaRPr>
          </a:p>
        </p:txBody>
      </p:sp>
      <p:sp>
        <p:nvSpPr>
          <p:cNvPr id="729" name="Google Shape;729;p26"/>
          <p:cNvSpPr/>
          <p:nvPr/>
        </p:nvSpPr>
        <p:spPr>
          <a:xfrm>
            <a:off x="5686838" y="37024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5</a:t>
            </a:r>
            <a:endParaRPr b="0" i="0" sz="1400" u="none" cap="none" strike="noStrike">
              <a:solidFill>
                <a:srgbClr val="000000"/>
              </a:solidFill>
              <a:latin typeface="Calibri"/>
              <a:ea typeface="Calibri"/>
              <a:cs typeface="Calibri"/>
              <a:sym typeface="Calibri"/>
            </a:endParaRPr>
          </a:p>
        </p:txBody>
      </p:sp>
      <p:sp>
        <p:nvSpPr>
          <p:cNvPr id="730" name="Google Shape;730;p26"/>
          <p:cNvSpPr/>
          <p:nvPr/>
        </p:nvSpPr>
        <p:spPr>
          <a:xfrm>
            <a:off x="6228350" y="40072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6</a:t>
            </a:r>
            <a:endParaRPr b="0" i="0" sz="1400" u="none" cap="none" strike="noStrike">
              <a:solidFill>
                <a:srgbClr val="000000"/>
              </a:solidFill>
              <a:latin typeface="Calibri"/>
              <a:ea typeface="Calibri"/>
              <a:cs typeface="Calibri"/>
              <a:sym typeface="Calibri"/>
            </a:endParaRPr>
          </a:p>
        </p:txBody>
      </p:sp>
      <p:sp>
        <p:nvSpPr>
          <p:cNvPr id="731" name="Google Shape;731;p26"/>
          <p:cNvSpPr/>
          <p:nvPr/>
        </p:nvSpPr>
        <p:spPr>
          <a:xfrm>
            <a:off x="7120450" y="39031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8</a:t>
            </a:r>
            <a:endParaRPr b="0" i="0" sz="1400" u="none" cap="none" strike="noStrike">
              <a:solidFill>
                <a:srgbClr val="000000"/>
              </a:solidFill>
              <a:latin typeface="Calibri"/>
              <a:ea typeface="Calibri"/>
              <a:cs typeface="Calibri"/>
              <a:sym typeface="Calibri"/>
            </a:endParaRPr>
          </a:p>
        </p:txBody>
      </p:sp>
      <p:sp>
        <p:nvSpPr>
          <p:cNvPr id="732" name="Google Shape;732;p26"/>
          <p:cNvSpPr/>
          <p:nvPr/>
        </p:nvSpPr>
        <p:spPr>
          <a:xfrm>
            <a:off x="6608375" y="37024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7</a:t>
            </a:r>
            <a:endParaRPr b="0" i="0" sz="1400" u="none" cap="none" strike="noStrike">
              <a:solidFill>
                <a:srgbClr val="000000"/>
              </a:solidFill>
              <a:latin typeface="Calibri"/>
              <a:ea typeface="Calibri"/>
              <a:cs typeface="Calibri"/>
              <a:sym typeface="Calibri"/>
            </a:endParaRPr>
          </a:p>
        </p:txBody>
      </p:sp>
      <p:sp>
        <p:nvSpPr>
          <p:cNvPr id="733" name="Google Shape;733;p26"/>
          <p:cNvSpPr/>
          <p:nvPr/>
        </p:nvSpPr>
        <p:spPr>
          <a:xfrm>
            <a:off x="7187025" y="3435225"/>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9</a:t>
            </a:r>
            <a:endParaRPr b="0" i="0" sz="1400" u="none" cap="none" strike="noStrike">
              <a:solidFill>
                <a:srgbClr val="000000"/>
              </a:solidFill>
              <a:latin typeface="Calibri"/>
              <a:ea typeface="Calibri"/>
              <a:cs typeface="Calibri"/>
              <a:sym typeface="Calibri"/>
            </a:endParaRPr>
          </a:p>
        </p:txBody>
      </p:sp>
      <p:sp>
        <p:nvSpPr>
          <p:cNvPr id="734" name="Google Shape;734;p26"/>
          <p:cNvSpPr/>
          <p:nvPr/>
        </p:nvSpPr>
        <p:spPr>
          <a:xfrm>
            <a:off x="5095225" y="4769250"/>
            <a:ext cx="275700" cy="200700"/>
          </a:xfrm>
          <a:prstGeom prst="hexagon">
            <a:avLst>
              <a:gd fmla="val 68685"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10</a:t>
            </a:r>
            <a:endParaRPr b="0" i="0" sz="1400" u="none" cap="none" strike="noStrike">
              <a:solidFill>
                <a:srgbClr val="000000"/>
              </a:solidFill>
              <a:latin typeface="Calibri"/>
              <a:ea typeface="Calibri"/>
              <a:cs typeface="Calibri"/>
              <a:sym typeface="Calibri"/>
            </a:endParaRPr>
          </a:p>
        </p:txBody>
      </p:sp>
      <p:sp>
        <p:nvSpPr>
          <p:cNvPr id="735" name="Google Shape;735;p26"/>
          <p:cNvSpPr/>
          <p:nvPr/>
        </p:nvSpPr>
        <p:spPr>
          <a:xfrm>
            <a:off x="5958150" y="31969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
              <a:buFont typeface="Arial"/>
              <a:buNone/>
            </a:pPr>
            <a:r>
              <a:rPr b="0" i="0" lang="es-ES" sz="300" u="none" cap="none" strike="noStrike">
                <a:solidFill>
                  <a:srgbClr val="000000"/>
                </a:solidFill>
                <a:latin typeface="Calibri"/>
                <a:ea typeface="Calibri"/>
                <a:cs typeface="Calibri"/>
                <a:sym typeface="Calibri"/>
              </a:rPr>
              <a:t>10</a:t>
            </a:r>
            <a:endParaRPr b="0" i="0" sz="300" u="none" cap="none" strike="noStrike">
              <a:solidFill>
                <a:srgbClr val="000000"/>
              </a:solidFill>
              <a:latin typeface="Calibri"/>
              <a:ea typeface="Calibri"/>
              <a:cs typeface="Calibri"/>
              <a:sym typeface="Calibri"/>
            </a:endParaRPr>
          </a:p>
        </p:txBody>
      </p:sp>
      <p:sp>
        <p:nvSpPr>
          <p:cNvPr id="736" name="Google Shape;736;p26"/>
          <p:cNvSpPr/>
          <p:nvPr/>
        </p:nvSpPr>
        <p:spPr>
          <a:xfrm>
            <a:off x="5151225" y="4969950"/>
            <a:ext cx="275700" cy="2007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Calibri"/>
                <a:ea typeface="Calibri"/>
                <a:cs typeface="Calibri"/>
                <a:sym typeface="Calibri"/>
              </a:rPr>
              <a:t>1</a:t>
            </a:r>
            <a:endParaRPr b="0" i="0" sz="1400" u="none" cap="none" strike="noStrike">
              <a:solidFill>
                <a:srgbClr val="000000"/>
              </a:solidFill>
              <a:latin typeface="Calibri"/>
              <a:ea typeface="Calibri"/>
              <a:cs typeface="Calibri"/>
              <a:sym typeface="Calibri"/>
            </a:endParaRPr>
          </a:p>
        </p:txBody>
      </p:sp>
      <p:pic>
        <p:nvPicPr>
          <p:cNvPr id="737" name="Google Shape;737;p26"/>
          <p:cNvPicPr preferRelativeResize="0"/>
          <p:nvPr/>
        </p:nvPicPr>
        <p:blipFill rotWithShape="1">
          <a:blip r:embed="rId4">
            <a:alphaModFix/>
          </a:blip>
          <a:srcRect b="0" l="0" r="0" t="0"/>
          <a:stretch/>
        </p:blipFill>
        <p:spPr>
          <a:xfrm>
            <a:off x="9304074" y="439762"/>
            <a:ext cx="2497751" cy="2497976"/>
          </a:xfrm>
          <a:prstGeom prst="rect">
            <a:avLst/>
          </a:prstGeom>
          <a:noFill/>
          <a:ln>
            <a:noFill/>
          </a:ln>
        </p:spPr>
      </p:pic>
      <p:sp>
        <p:nvSpPr>
          <p:cNvPr id="738" name="Google Shape;738;p26"/>
          <p:cNvSpPr txBox="1"/>
          <p:nvPr/>
        </p:nvSpPr>
        <p:spPr>
          <a:xfrm>
            <a:off x="4485625" y="2018525"/>
            <a:ext cx="2294400" cy="4764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Samy Benmayor</a:t>
            </a:r>
            <a:endParaRPr b="0" i="0" sz="1800" u="none" cap="none" strike="noStrike">
              <a:solidFill>
                <a:schemeClr val="dk1"/>
              </a:solidFill>
              <a:latin typeface="Calibri"/>
              <a:ea typeface="Calibri"/>
              <a:cs typeface="Calibri"/>
              <a:sym typeface="Calibri"/>
            </a:endParaRPr>
          </a:p>
        </p:txBody>
      </p:sp>
      <p:sp>
        <p:nvSpPr>
          <p:cNvPr id="739" name="Google Shape;739;p26"/>
          <p:cNvSpPr txBox="1"/>
          <p:nvPr/>
        </p:nvSpPr>
        <p:spPr>
          <a:xfrm>
            <a:off x="7462725" y="1128375"/>
            <a:ext cx="1491900" cy="38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Ciro Beltrán </a:t>
            </a:r>
            <a:endParaRPr b="0" i="0" sz="1800" u="none" cap="none" strike="noStrike">
              <a:solidFill>
                <a:schemeClr val="dk1"/>
              </a:solidFill>
              <a:latin typeface="Calibri"/>
              <a:ea typeface="Calibri"/>
              <a:cs typeface="Calibri"/>
              <a:sym typeface="Calibri"/>
            </a:endParaRPr>
          </a:p>
        </p:txBody>
      </p:sp>
      <p:cxnSp>
        <p:nvCxnSpPr>
          <p:cNvPr id="740" name="Google Shape;740;p26"/>
          <p:cNvCxnSpPr>
            <a:stCxn id="739" idx="2"/>
            <a:endCxn id="733" idx="5"/>
          </p:cNvCxnSpPr>
          <p:nvPr/>
        </p:nvCxnSpPr>
        <p:spPr>
          <a:xfrm flipH="1">
            <a:off x="7404675" y="1517175"/>
            <a:ext cx="804000" cy="1918200"/>
          </a:xfrm>
          <a:prstGeom prst="straightConnector1">
            <a:avLst/>
          </a:prstGeom>
          <a:noFill/>
          <a:ln cap="flat" cmpd="sng" w="9525">
            <a:solidFill>
              <a:schemeClr val="dk2"/>
            </a:solidFill>
            <a:prstDash val="solid"/>
            <a:round/>
            <a:headEnd len="sm" w="sm" type="none"/>
            <a:tailEnd len="sm" w="sm" type="none"/>
          </a:ln>
        </p:spPr>
      </p:cxnSp>
      <p:cxnSp>
        <p:nvCxnSpPr>
          <p:cNvPr id="741" name="Google Shape;741;p26"/>
          <p:cNvCxnSpPr>
            <a:endCxn id="732" idx="3"/>
          </p:cNvCxnSpPr>
          <p:nvPr/>
        </p:nvCxnSpPr>
        <p:spPr>
          <a:xfrm>
            <a:off x="5917775" y="2507400"/>
            <a:ext cx="690600" cy="1295400"/>
          </a:xfrm>
          <a:prstGeom prst="straightConnector1">
            <a:avLst/>
          </a:prstGeom>
          <a:noFill/>
          <a:ln cap="flat" cmpd="sng" w="9525">
            <a:solidFill>
              <a:schemeClr val="dk2"/>
            </a:solidFill>
            <a:prstDash val="solid"/>
            <a:round/>
            <a:headEnd len="sm" w="sm" type="none"/>
            <a:tailEnd len="sm" w="sm" type="none"/>
          </a:ln>
        </p:spPr>
      </p:cxnSp>
      <p:sp>
        <p:nvSpPr>
          <p:cNvPr id="742" name="Google Shape;742;p26"/>
          <p:cNvSpPr txBox="1"/>
          <p:nvPr/>
        </p:nvSpPr>
        <p:spPr>
          <a:xfrm>
            <a:off x="3899150" y="1328975"/>
            <a:ext cx="1442700" cy="3888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Bororo</a:t>
            </a:r>
            <a:endParaRPr b="0" i="0" sz="1800" u="none" cap="none" strike="noStrike">
              <a:solidFill>
                <a:schemeClr val="dk1"/>
              </a:solidFill>
              <a:latin typeface="Calibri"/>
              <a:ea typeface="Calibri"/>
              <a:cs typeface="Calibri"/>
              <a:sym typeface="Calibri"/>
            </a:endParaRPr>
          </a:p>
        </p:txBody>
      </p:sp>
      <p:sp>
        <p:nvSpPr>
          <p:cNvPr id="743" name="Google Shape;743;p26"/>
          <p:cNvSpPr txBox="1"/>
          <p:nvPr/>
        </p:nvSpPr>
        <p:spPr>
          <a:xfrm>
            <a:off x="1830475" y="2515713"/>
            <a:ext cx="2846100" cy="38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Matias Pinto D´Aguilar </a:t>
            </a:r>
            <a:endParaRPr b="0" i="0" sz="1800" u="none" cap="none" strike="noStrike">
              <a:solidFill>
                <a:schemeClr val="dk1"/>
              </a:solidFill>
              <a:latin typeface="Calibri"/>
              <a:ea typeface="Calibri"/>
              <a:cs typeface="Calibri"/>
              <a:sym typeface="Calibri"/>
            </a:endParaRPr>
          </a:p>
        </p:txBody>
      </p:sp>
      <p:cxnSp>
        <p:nvCxnSpPr>
          <p:cNvPr id="744" name="Google Shape;744;p26"/>
          <p:cNvCxnSpPr>
            <a:stCxn id="743" idx="2"/>
            <a:endCxn id="729" idx="1"/>
          </p:cNvCxnSpPr>
          <p:nvPr/>
        </p:nvCxnSpPr>
        <p:spPr>
          <a:xfrm>
            <a:off x="3253525" y="2904513"/>
            <a:ext cx="2651100" cy="998700"/>
          </a:xfrm>
          <a:prstGeom prst="straightConnector1">
            <a:avLst/>
          </a:prstGeom>
          <a:noFill/>
          <a:ln cap="flat" cmpd="sng" w="9525">
            <a:solidFill>
              <a:schemeClr val="dk2"/>
            </a:solidFill>
            <a:prstDash val="solid"/>
            <a:round/>
            <a:headEnd len="sm" w="sm" type="none"/>
            <a:tailEnd len="sm" w="sm" type="none"/>
          </a:ln>
        </p:spPr>
      </p:cxnSp>
      <p:sp>
        <p:nvSpPr>
          <p:cNvPr id="745" name="Google Shape;745;p26"/>
          <p:cNvSpPr txBox="1"/>
          <p:nvPr/>
        </p:nvSpPr>
        <p:spPr>
          <a:xfrm>
            <a:off x="727175" y="3711100"/>
            <a:ext cx="2018400" cy="38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Pablo Dominguez</a:t>
            </a:r>
            <a:endParaRPr b="0" i="0" sz="1800" u="none" cap="none" strike="noStrike">
              <a:solidFill>
                <a:schemeClr val="dk1"/>
              </a:solidFill>
              <a:latin typeface="Calibri"/>
              <a:ea typeface="Calibri"/>
              <a:cs typeface="Calibri"/>
              <a:sym typeface="Calibri"/>
            </a:endParaRPr>
          </a:p>
        </p:txBody>
      </p:sp>
      <p:cxnSp>
        <p:nvCxnSpPr>
          <p:cNvPr id="746" name="Google Shape;746;p26"/>
          <p:cNvCxnSpPr>
            <a:endCxn id="726" idx="3"/>
          </p:cNvCxnSpPr>
          <p:nvPr/>
        </p:nvCxnSpPr>
        <p:spPr>
          <a:xfrm flipH="1" rot="10800000">
            <a:off x="2545225" y="3535575"/>
            <a:ext cx="1940400" cy="438900"/>
          </a:xfrm>
          <a:prstGeom prst="straightConnector1">
            <a:avLst/>
          </a:prstGeom>
          <a:noFill/>
          <a:ln cap="flat" cmpd="sng" w="9525">
            <a:solidFill>
              <a:schemeClr val="dk2"/>
            </a:solidFill>
            <a:prstDash val="solid"/>
            <a:round/>
            <a:headEnd len="sm" w="sm" type="none"/>
            <a:tailEnd len="sm" w="sm" type="none"/>
          </a:ln>
        </p:spPr>
      </p:cxnSp>
      <p:sp>
        <p:nvSpPr>
          <p:cNvPr id="747" name="Google Shape;747;p26"/>
          <p:cNvSpPr txBox="1"/>
          <p:nvPr/>
        </p:nvSpPr>
        <p:spPr>
          <a:xfrm>
            <a:off x="8312325" y="4103850"/>
            <a:ext cx="2231700" cy="5643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Conchita Balmes </a:t>
            </a:r>
            <a:endParaRPr b="0" i="0" sz="1800" u="none" cap="none" strike="noStrike">
              <a:solidFill>
                <a:schemeClr val="dk1"/>
              </a:solidFill>
              <a:latin typeface="Calibri"/>
              <a:ea typeface="Calibri"/>
              <a:cs typeface="Calibri"/>
              <a:sym typeface="Calibri"/>
            </a:endParaRPr>
          </a:p>
        </p:txBody>
      </p:sp>
      <p:cxnSp>
        <p:nvCxnSpPr>
          <p:cNvPr id="748" name="Google Shape;748;p26"/>
          <p:cNvCxnSpPr>
            <a:endCxn id="731" idx="3"/>
          </p:cNvCxnSpPr>
          <p:nvPr/>
        </p:nvCxnSpPr>
        <p:spPr>
          <a:xfrm rot="10800000">
            <a:off x="7120450" y="4003500"/>
            <a:ext cx="1693500" cy="321900"/>
          </a:xfrm>
          <a:prstGeom prst="straightConnector1">
            <a:avLst/>
          </a:prstGeom>
          <a:noFill/>
          <a:ln cap="flat" cmpd="sng" w="9525">
            <a:solidFill>
              <a:schemeClr val="dk2"/>
            </a:solidFill>
            <a:prstDash val="solid"/>
            <a:round/>
            <a:headEnd len="sm" w="sm" type="none"/>
            <a:tailEnd len="sm" w="sm" type="none"/>
          </a:ln>
        </p:spPr>
      </p:cxnSp>
      <p:sp>
        <p:nvSpPr>
          <p:cNvPr id="749" name="Google Shape;749;p26"/>
          <p:cNvSpPr/>
          <p:nvPr/>
        </p:nvSpPr>
        <p:spPr>
          <a:xfrm>
            <a:off x="3836475" y="3510500"/>
            <a:ext cx="388650" cy="325975"/>
          </a:xfrm>
          <a:custGeom>
            <a:rect b="b" l="l" r="r" t="t"/>
            <a:pathLst>
              <a:path extrusionOk="0" h="13039" w="15546">
                <a:moveTo>
                  <a:pt x="0" y="0"/>
                </a:moveTo>
                <a:cubicBezTo>
                  <a:pt x="2591" y="2173"/>
                  <a:pt x="12955" y="10866"/>
                  <a:pt x="15546" y="13039"/>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6"/>
          <p:cNvSpPr txBox="1"/>
          <p:nvPr/>
        </p:nvSpPr>
        <p:spPr>
          <a:xfrm>
            <a:off x="1040600" y="5566650"/>
            <a:ext cx="2131500" cy="32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1" name="Google Shape;751;p26"/>
          <p:cNvSpPr txBox="1"/>
          <p:nvPr/>
        </p:nvSpPr>
        <p:spPr>
          <a:xfrm>
            <a:off x="1090750" y="5278275"/>
            <a:ext cx="2582700" cy="321900"/>
          </a:xfrm>
          <a:prstGeom prst="rect">
            <a:avLst/>
          </a:prstGeom>
          <a:noFill/>
          <a:ln>
            <a:noFill/>
          </a:ln>
        </p:spPr>
        <p:txBody>
          <a:bodyPr anchorCtr="0" anchor="t" bIns="91425" lIns="91425" spcFirstLastPara="1" rIns="91425" wrap="square" tIns="91425">
            <a:noAutofit/>
          </a:bodyPr>
          <a:lstStyle/>
          <a:p>
            <a:pPr indent="-342900" lvl="0" marL="342900" marR="0" rtl="0" algn="l">
              <a:lnSpc>
                <a:spcPct val="100000"/>
              </a:lnSpc>
              <a:spcBef>
                <a:spcPts val="0"/>
              </a:spcBef>
              <a:spcAft>
                <a:spcPts val="0"/>
              </a:spcAft>
              <a:buClr>
                <a:schemeClr val="dk1"/>
              </a:buClr>
              <a:buSzPts val="1800"/>
              <a:buFont typeface="Calibri"/>
              <a:buAutoNum type="arabicPeriod"/>
            </a:pPr>
            <a:r>
              <a:rPr b="0" i="0" lang="es-ES" sz="1800" u="none" cap="none" strike="noStrike">
                <a:solidFill>
                  <a:schemeClr val="dk1"/>
                </a:solidFill>
                <a:latin typeface="Calibri"/>
                <a:ea typeface="Calibri"/>
                <a:cs typeface="Calibri"/>
                <a:sym typeface="Calibri"/>
              </a:rPr>
              <a:t>Ricardo Villarroel </a:t>
            </a:r>
            <a:endParaRPr b="0" i="0" sz="1800" u="none" cap="none" strike="noStrike">
              <a:solidFill>
                <a:schemeClr val="dk1"/>
              </a:solidFill>
              <a:latin typeface="Calibri"/>
              <a:ea typeface="Calibri"/>
              <a:cs typeface="Calibri"/>
              <a:sym typeface="Calibri"/>
            </a:endParaRPr>
          </a:p>
        </p:txBody>
      </p:sp>
      <p:cxnSp>
        <p:nvCxnSpPr>
          <p:cNvPr id="752" name="Google Shape;752;p26"/>
          <p:cNvCxnSpPr>
            <a:stCxn id="736" idx="2"/>
          </p:cNvCxnSpPr>
          <p:nvPr/>
        </p:nvCxnSpPr>
        <p:spPr>
          <a:xfrm flipH="1">
            <a:off x="3059031" y="5170650"/>
            <a:ext cx="2150100" cy="408600"/>
          </a:xfrm>
          <a:prstGeom prst="straightConnector1">
            <a:avLst/>
          </a:prstGeom>
          <a:noFill/>
          <a:ln cap="flat" cmpd="sng" w="9525">
            <a:solidFill>
              <a:schemeClr val="dk2"/>
            </a:solidFill>
            <a:prstDash val="solid"/>
            <a:round/>
            <a:headEnd len="sm" w="sm" type="none"/>
            <a:tailEnd len="sm" w="sm" type="none"/>
          </a:ln>
        </p:spPr>
      </p:cxnSp>
      <p:sp>
        <p:nvSpPr>
          <p:cNvPr id="753" name="Google Shape;753;p26"/>
          <p:cNvSpPr txBox="1"/>
          <p:nvPr/>
        </p:nvSpPr>
        <p:spPr>
          <a:xfrm>
            <a:off x="8638325" y="5579175"/>
            <a:ext cx="2294400" cy="43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Alvaro Gueny</a:t>
            </a:r>
            <a:endParaRPr b="0" i="0" sz="1800" u="none" cap="none" strike="noStrike">
              <a:solidFill>
                <a:schemeClr val="dk1"/>
              </a:solidFill>
              <a:latin typeface="Calibri"/>
              <a:ea typeface="Calibri"/>
              <a:cs typeface="Calibri"/>
              <a:sym typeface="Calibri"/>
            </a:endParaRPr>
          </a:p>
        </p:txBody>
      </p:sp>
      <p:cxnSp>
        <p:nvCxnSpPr>
          <p:cNvPr id="754" name="Google Shape;754;p26"/>
          <p:cNvCxnSpPr>
            <a:stCxn id="753" idx="1"/>
            <a:endCxn id="730" idx="1"/>
          </p:cNvCxnSpPr>
          <p:nvPr/>
        </p:nvCxnSpPr>
        <p:spPr>
          <a:xfrm rot="10800000">
            <a:off x="6446225" y="4208025"/>
            <a:ext cx="2192100" cy="1590600"/>
          </a:xfrm>
          <a:prstGeom prst="straightConnector1">
            <a:avLst/>
          </a:prstGeom>
          <a:noFill/>
          <a:ln cap="flat" cmpd="sng" w="9525">
            <a:solidFill>
              <a:schemeClr val="dk2"/>
            </a:solidFill>
            <a:prstDash val="solid"/>
            <a:round/>
            <a:headEnd len="sm" w="sm" type="none"/>
            <a:tailEnd len="sm" w="sm" type="none"/>
          </a:ln>
        </p:spPr>
      </p:cxnSp>
      <p:sp>
        <p:nvSpPr>
          <p:cNvPr id="755" name="Google Shape;755;p26"/>
          <p:cNvSpPr txBox="1"/>
          <p:nvPr/>
        </p:nvSpPr>
        <p:spPr>
          <a:xfrm>
            <a:off x="5052600" y="6168450"/>
            <a:ext cx="2294400" cy="3888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frigerio Ismael</a:t>
            </a:r>
            <a:endParaRPr b="0" i="0" sz="1800" u="none" cap="none" strike="noStrike">
              <a:solidFill>
                <a:schemeClr val="dk1"/>
              </a:solidFill>
              <a:latin typeface="Calibri"/>
              <a:ea typeface="Calibri"/>
              <a:cs typeface="Calibri"/>
              <a:sym typeface="Calibri"/>
            </a:endParaRPr>
          </a:p>
        </p:txBody>
      </p:sp>
      <p:cxnSp>
        <p:nvCxnSpPr>
          <p:cNvPr id="756" name="Google Shape;756;p26"/>
          <p:cNvCxnSpPr>
            <a:stCxn id="755" idx="0"/>
            <a:endCxn id="728" idx="1"/>
          </p:cNvCxnSpPr>
          <p:nvPr/>
        </p:nvCxnSpPr>
        <p:spPr>
          <a:xfrm rot="10800000">
            <a:off x="5283900" y="4007250"/>
            <a:ext cx="915900" cy="2161200"/>
          </a:xfrm>
          <a:prstGeom prst="straightConnector1">
            <a:avLst/>
          </a:prstGeom>
          <a:noFill/>
          <a:ln cap="flat" cmpd="sng" w="9525">
            <a:solidFill>
              <a:schemeClr val="dk2"/>
            </a:solidFill>
            <a:prstDash val="solid"/>
            <a:round/>
            <a:headEnd len="sm" w="sm" type="none"/>
            <a:tailEnd len="sm" w="sm" type="none"/>
          </a:ln>
        </p:spPr>
      </p:cxnSp>
      <p:sp>
        <p:nvSpPr>
          <p:cNvPr id="757" name="Google Shape;757;p26"/>
          <p:cNvSpPr txBox="1"/>
          <p:nvPr/>
        </p:nvSpPr>
        <p:spPr>
          <a:xfrm>
            <a:off x="733325" y="4576163"/>
            <a:ext cx="2006100" cy="38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Rosario Sosa</a:t>
            </a:r>
            <a:endParaRPr b="0" i="0" sz="1800" u="none" cap="none" strike="noStrike">
              <a:solidFill>
                <a:schemeClr val="dk1"/>
              </a:solidFill>
              <a:latin typeface="Calibri"/>
              <a:ea typeface="Calibri"/>
              <a:cs typeface="Calibri"/>
              <a:sym typeface="Calibri"/>
            </a:endParaRPr>
          </a:p>
        </p:txBody>
      </p:sp>
      <p:cxnSp>
        <p:nvCxnSpPr>
          <p:cNvPr id="758" name="Google Shape;758;p26"/>
          <p:cNvCxnSpPr>
            <a:endCxn id="734" idx="4"/>
          </p:cNvCxnSpPr>
          <p:nvPr/>
        </p:nvCxnSpPr>
        <p:spPr>
          <a:xfrm flipH="1" rot="10800000">
            <a:off x="2131375" y="4769250"/>
            <a:ext cx="3101700" cy="20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27"/>
          <p:cNvSpPr txBox="1"/>
          <p:nvPr/>
        </p:nvSpPr>
        <p:spPr>
          <a:xfrm>
            <a:off x="8458200" y="2667000"/>
            <a:ext cx="28023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4" name="Google Shape;764;p27"/>
          <p:cNvSpPr txBox="1"/>
          <p:nvPr/>
        </p:nvSpPr>
        <p:spPr>
          <a:xfrm>
            <a:off x="76200" y="2590800"/>
            <a:ext cx="18345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27"/>
          <p:cNvSpPr txBox="1"/>
          <p:nvPr/>
        </p:nvSpPr>
        <p:spPr>
          <a:xfrm>
            <a:off x="8322980" y="5867400"/>
            <a:ext cx="196402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KARIN HELMLINGER</a:t>
            </a:r>
            <a:endParaRPr b="0" i="0" sz="1800" u="none" cap="none" strike="noStrike">
              <a:solidFill>
                <a:schemeClr val="dk1"/>
              </a:solidFill>
              <a:latin typeface="Calibri"/>
              <a:ea typeface="Calibri"/>
              <a:cs typeface="Calibri"/>
              <a:sym typeface="Calibri"/>
            </a:endParaRPr>
          </a:p>
        </p:txBody>
      </p:sp>
      <p:sp>
        <p:nvSpPr>
          <p:cNvPr id="766" name="Google Shape;766;p27"/>
          <p:cNvSpPr txBox="1"/>
          <p:nvPr/>
        </p:nvSpPr>
        <p:spPr>
          <a:xfrm>
            <a:off x="76200" y="5638800"/>
            <a:ext cx="145605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LEO CALDERON</a:t>
            </a:r>
            <a:endParaRPr b="0" i="0" sz="1800" u="none" cap="none" strike="noStrike">
              <a:solidFill>
                <a:schemeClr val="dk1"/>
              </a:solidFill>
              <a:latin typeface="Calibri"/>
              <a:ea typeface="Calibri"/>
              <a:cs typeface="Calibri"/>
              <a:sym typeface="Calibri"/>
            </a:endParaRPr>
          </a:p>
        </p:txBody>
      </p:sp>
      <p:pic>
        <p:nvPicPr>
          <p:cNvPr id="767" name="Google Shape;767;p27" title="13120_401_nunoa.jpeg"/>
          <p:cNvPicPr preferRelativeResize="0"/>
          <p:nvPr/>
        </p:nvPicPr>
        <p:blipFill rotWithShape="1">
          <a:blip r:embed="rId3">
            <a:alphaModFix/>
          </a:blip>
          <a:srcRect b="9946" l="7754" r="10014" t="14179"/>
          <a:stretch/>
        </p:blipFill>
        <p:spPr>
          <a:xfrm rot="-5400000">
            <a:off x="3086262" y="1022687"/>
            <a:ext cx="5769451" cy="4703975"/>
          </a:xfrm>
          <a:prstGeom prst="rect">
            <a:avLst/>
          </a:prstGeom>
          <a:noFill/>
          <a:ln>
            <a:noFill/>
          </a:ln>
        </p:spPr>
      </p:pic>
      <p:pic>
        <p:nvPicPr>
          <p:cNvPr id="768" name="Google Shape;768;p27" title="PHOTO-2025-12-06-19-26-27.jpg"/>
          <p:cNvPicPr preferRelativeResize="0"/>
          <p:nvPr/>
        </p:nvPicPr>
        <p:blipFill rotWithShape="1">
          <a:blip r:embed="rId4">
            <a:alphaModFix/>
          </a:blip>
          <a:srcRect b="0" l="0" r="0" t="0"/>
          <a:stretch/>
        </p:blipFill>
        <p:spPr>
          <a:xfrm>
            <a:off x="47700" y="223450"/>
            <a:ext cx="3619651" cy="2036050"/>
          </a:xfrm>
          <a:prstGeom prst="rect">
            <a:avLst/>
          </a:prstGeom>
          <a:noFill/>
          <a:ln>
            <a:noFill/>
          </a:ln>
        </p:spPr>
      </p:pic>
      <p:grpSp>
        <p:nvGrpSpPr>
          <p:cNvPr id="769" name="Google Shape;769;p27"/>
          <p:cNvGrpSpPr/>
          <p:nvPr/>
        </p:nvGrpSpPr>
        <p:grpSpPr>
          <a:xfrm>
            <a:off x="-327032" y="-27176"/>
            <a:ext cx="12518977" cy="5778760"/>
            <a:chOff x="63686" y="320389"/>
            <a:chExt cx="12043268" cy="5559172"/>
          </a:xfrm>
        </p:grpSpPr>
        <p:sp>
          <p:nvSpPr>
            <p:cNvPr id="770" name="Google Shape;770;p27"/>
            <p:cNvSpPr/>
            <p:nvPr/>
          </p:nvSpPr>
          <p:spPr>
            <a:xfrm>
              <a:off x="5417265" y="4993173"/>
              <a:ext cx="2827020" cy="163829"/>
            </a:xfrm>
            <a:custGeom>
              <a:rect b="b" l="l" r="r" t="t"/>
              <a:pathLst>
                <a:path extrusionOk="0" h="163829" w="2827020">
                  <a:moveTo>
                    <a:pt x="0" y="163253"/>
                  </a:moveTo>
                  <a:lnTo>
                    <a:pt x="2826975" y="0"/>
                  </a:lnTo>
                </a:path>
              </a:pathLst>
            </a:custGeom>
            <a:noFill/>
            <a:ln cap="flat" cmpd="sng" w="75900">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71"/>
                <a:buFont typeface="Arial"/>
                <a:buNone/>
              </a:pPr>
              <a:r>
                <a:t/>
              </a:r>
              <a:endParaRPr b="0" i="0" sz="1871" u="none" cap="none" strike="noStrike">
                <a:solidFill>
                  <a:schemeClr val="dk1"/>
                </a:solidFill>
                <a:latin typeface="Calibri"/>
                <a:ea typeface="Calibri"/>
                <a:cs typeface="Calibri"/>
                <a:sym typeface="Calibri"/>
              </a:endParaRPr>
            </a:p>
          </p:txBody>
        </p:sp>
        <p:sp>
          <p:nvSpPr>
            <p:cNvPr id="771" name="Google Shape;771;p27"/>
            <p:cNvSpPr/>
            <p:nvPr/>
          </p:nvSpPr>
          <p:spPr>
            <a:xfrm>
              <a:off x="3198755" y="2462457"/>
              <a:ext cx="2506979" cy="1843404"/>
            </a:xfrm>
            <a:custGeom>
              <a:rect b="b" l="l" r="r" t="t"/>
              <a:pathLst>
                <a:path extrusionOk="0" h="1843404" w="2506979">
                  <a:moveTo>
                    <a:pt x="0" y="0"/>
                  </a:moveTo>
                  <a:lnTo>
                    <a:pt x="2506872" y="1842964"/>
                  </a:lnTo>
                </a:path>
              </a:pathLst>
            </a:custGeom>
            <a:noFill/>
            <a:ln cap="flat" cmpd="sng" w="75900">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71"/>
                <a:buFont typeface="Arial"/>
                <a:buNone/>
              </a:pPr>
              <a:r>
                <a:t/>
              </a:r>
              <a:endParaRPr b="0" i="0" sz="1871" u="none" cap="none" strike="noStrike">
                <a:solidFill>
                  <a:schemeClr val="dk1"/>
                </a:solidFill>
                <a:latin typeface="Calibri"/>
                <a:ea typeface="Calibri"/>
                <a:cs typeface="Calibri"/>
                <a:sym typeface="Calibri"/>
              </a:endParaRPr>
            </a:p>
          </p:txBody>
        </p:sp>
        <p:sp>
          <p:nvSpPr>
            <p:cNvPr id="772" name="Google Shape;772;p27"/>
            <p:cNvSpPr/>
            <p:nvPr/>
          </p:nvSpPr>
          <p:spPr>
            <a:xfrm>
              <a:off x="2816407" y="4903842"/>
              <a:ext cx="2653665" cy="0"/>
            </a:xfrm>
            <a:custGeom>
              <a:rect b="b" l="l" r="r" t="t"/>
              <a:pathLst>
                <a:path extrusionOk="0" h="120000" w="2653665">
                  <a:moveTo>
                    <a:pt x="0" y="0"/>
                  </a:moveTo>
                  <a:lnTo>
                    <a:pt x="2653414" y="0"/>
                  </a:lnTo>
                </a:path>
              </a:pathLst>
            </a:custGeom>
            <a:noFill/>
            <a:ln cap="flat" cmpd="sng" w="75900">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71"/>
                <a:buFont typeface="Arial"/>
                <a:buNone/>
              </a:pPr>
              <a:r>
                <a:t/>
              </a:r>
              <a:endParaRPr b="0" i="0" sz="1871" u="none" cap="none" strike="noStrike">
                <a:solidFill>
                  <a:schemeClr val="dk1"/>
                </a:solidFill>
                <a:latin typeface="Calibri"/>
                <a:ea typeface="Calibri"/>
                <a:cs typeface="Calibri"/>
                <a:sym typeface="Calibri"/>
              </a:endParaRPr>
            </a:p>
          </p:txBody>
        </p:sp>
        <p:sp>
          <p:nvSpPr>
            <p:cNvPr id="773" name="Google Shape;773;p27"/>
            <p:cNvSpPr/>
            <p:nvPr/>
          </p:nvSpPr>
          <p:spPr>
            <a:xfrm>
              <a:off x="6257320" y="2013658"/>
              <a:ext cx="2748915" cy="2374900"/>
            </a:xfrm>
            <a:custGeom>
              <a:rect b="b" l="l" r="r" t="t"/>
              <a:pathLst>
                <a:path extrusionOk="0" h="2374900" w="2748915">
                  <a:moveTo>
                    <a:pt x="0" y="2374772"/>
                  </a:moveTo>
                  <a:lnTo>
                    <a:pt x="2748390" y="0"/>
                  </a:lnTo>
                </a:path>
              </a:pathLst>
            </a:custGeom>
            <a:noFill/>
            <a:ln cap="flat" cmpd="sng" w="75900">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71"/>
                <a:buFont typeface="Arial"/>
                <a:buNone/>
              </a:pPr>
              <a:r>
                <a:t/>
              </a:r>
              <a:endParaRPr b="0" i="0" sz="1871" u="none" cap="none" strike="noStrike">
                <a:solidFill>
                  <a:schemeClr val="dk1"/>
                </a:solidFill>
                <a:latin typeface="Calibri"/>
                <a:ea typeface="Calibri"/>
                <a:cs typeface="Calibri"/>
                <a:sym typeface="Calibri"/>
              </a:endParaRPr>
            </a:p>
          </p:txBody>
        </p:sp>
        <p:pic>
          <p:nvPicPr>
            <p:cNvPr id="774" name="Google Shape;774;p27"/>
            <p:cNvPicPr preferRelativeResize="0"/>
            <p:nvPr/>
          </p:nvPicPr>
          <p:blipFill rotWithShape="1">
            <a:blip r:embed="rId5">
              <a:alphaModFix/>
            </a:blip>
            <a:srcRect b="0" l="0" r="0" t="0"/>
            <a:stretch/>
          </p:blipFill>
          <p:spPr>
            <a:xfrm>
              <a:off x="417949" y="320389"/>
              <a:ext cx="3494573" cy="2305244"/>
            </a:xfrm>
            <a:prstGeom prst="rect">
              <a:avLst/>
            </a:prstGeom>
            <a:noFill/>
            <a:ln>
              <a:noFill/>
            </a:ln>
          </p:spPr>
        </p:pic>
        <p:pic>
          <p:nvPicPr>
            <p:cNvPr id="775" name="Google Shape;775;p27"/>
            <p:cNvPicPr preferRelativeResize="0"/>
            <p:nvPr/>
          </p:nvPicPr>
          <p:blipFill rotWithShape="1">
            <a:blip r:embed="rId6">
              <a:alphaModFix/>
            </a:blip>
            <a:srcRect b="0" l="0" r="0" t="0"/>
            <a:stretch/>
          </p:blipFill>
          <p:spPr>
            <a:xfrm>
              <a:off x="8431517" y="324678"/>
              <a:ext cx="3557773" cy="2337005"/>
            </a:xfrm>
            <a:prstGeom prst="rect">
              <a:avLst/>
            </a:prstGeom>
            <a:noFill/>
            <a:ln>
              <a:noFill/>
            </a:ln>
          </p:spPr>
        </p:pic>
        <p:pic>
          <p:nvPicPr>
            <p:cNvPr id="776" name="Google Shape;776;p27"/>
            <p:cNvPicPr preferRelativeResize="0"/>
            <p:nvPr/>
          </p:nvPicPr>
          <p:blipFill rotWithShape="1">
            <a:blip r:embed="rId7">
              <a:alphaModFix/>
            </a:blip>
            <a:srcRect b="0" l="0" r="0" t="0"/>
            <a:stretch/>
          </p:blipFill>
          <p:spPr>
            <a:xfrm>
              <a:off x="63686" y="3330924"/>
              <a:ext cx="3462600" cy="2287918"/>
            </a:xfrm>
            <a:prstGeom prst="rect">
              <a:avLst/>
            </a:prstGeom>
            <a:noFill/>
            <a:ln>
              <a:noFill/>
            </a:ln>
          </p:spPr>
        </p:pic>
        <p:pic>
          <p:nvPicPr>
            <p:cNvPr id="777" name="Google Shape;777;p27"/>
            <p:cNvPicPr preferRelativeResize="0"/>
            <p:nvPr/>
          </p:nvPicPr>
          <p:blipFill rotWithShape="1">
            <a:blip r:embed="rId8">
              <a:alphaModFix/>
            </a:blip>
            <a:srcRect b="0" l="0" r="0" t="0"/>
            <a:stretch/>
          </p:blipFill>
          <p:spPr>
            <a:xfrm>
              <a:off x="8302003" y="3330924"/>
              <a:ext cx="3804951" cy="2548637"/>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28"/>
          <p:cNvSpPr/>
          <p:nvPr/>
        </p:nvSpPr>
        <p:spPr>
          <a:xfrm>
            <a:off x="5181601" y="5056011"/>
            <a:ext cx="3236314" cy="45719"/>
          </a:xfrm>
          <a:custGeom>
            <a:rect b="b" l="l" r="r" t="t"/>
            <a:pathLst>
              <a:path extrusionOk="0" h="21589" w="3001645">
                <a:moveTo>
                  <a:pt x="0" y="21556"/>
                </a:moveTo>
                <a:lnTo>
                  <a:pt x="3001393" y="0"/>
                </a:lnTo>
              </a:path>
            </a:pathLst>
          </a:custGeom>
          <a:noFill/>
          <a:ln cap="flat" cmpd="sng" w="73025">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28"/>
          <p:cNvSpPr txBox="1"/>
          <p:nvPr/>
        </p:nvSpPr>
        <p:spPr>
          <a:xfrm>
            <a:off x="8534400" y="2819400"/>
            <a:ext cx="25908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DAFNA (GALERIA MOVIL)</a:t>
            </a:r>
            <a:endParaRPr b="0" i="0" sz="1800" u="none" cap="none" strike="noStrike">
              <a:solidFill>
                <a:schemeClr val="dk1"/>
              </a:solidFill>
              <a:latin typeface="Calibri"/>
              <a:ea typeface="Calibri"/>
              <a:cs typeface="Calibri"/>
              <a:sym typeface="Calibri"/>
            </a:endParaRPr>
          </a:p>
        </p:txBody>
      </p:sp>
      <p:grpSp>
        <p:nvGrpSpPr>
          <p:cNvPr id="784" name="Google Shape;784;p28"/>
          <p:cNvGrpSpPr/>
          <p:nvPr/>
        </p:nvGrpSpPr>
        <p:grpSpPr>
          <a:xfrm>
            <a:off x="178805" y="366242"/>
            <a:ext cx="11870385" cy="5541365"/>
            <a:chOff x="178805" y="366242"/>
            <a:chExt cx="11870385" cy="5541365"/>
          </a:xfrm>
        </p:grpSpPr>
        <p:sp>
          <p:nvSpPr>
            <p:cNvPr id="785" name="Google Shape;785;p28"/>
            <p:cNvSpPr/>
            <p:nvPr/>
          </p:nvSpPr>
          <p:spPr>
            <a:xfrm>
              <a:off x="3198755" y="2462457"/>
              <a:ext cx="2506980" cy="1843405"/>
            </a:xfrm>
            <a:custGeom>
              <a:rect b="b" l="l" r="r" t="t"/>
              <a:pathLst>
                <a:path extrusionOk="0" h="1843404" w="2506979">
                  <a:moveTo>
                    <a:pt x="0" y="0"/>
                  </a:moveTo>
                  <a:lnTo>
                    <a:pt x="2506872" y="1842964"/>
                  </a:lnTo>
                </a:path>
              </a:pathLst>
            </a:custGeom>
            <a:noFill/>
            <a:ln cap="flat" cmpd="sng" w="73025">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28"/>
            <p:cNvSpPr/>
            <p:nvPr/>
          </p:nvSpPr>
          <p:spPr>
            <a:xfrm>
              <a:off x="2263863" y="5080140"/>
              <a:ext cx="2653665" cy="0"/>
            </a:xfrm>
            <a:custGeom>
              <a:rect b="b" l="l" r="r" t="t"/>
              <a:pathLst>
                <a:path extrusionOk="0" h="120000" w="2653665">
                  <a:moveTo>
                    <a:pt x="0" y="0"/>
                  </a:moveTo>
                  <a:lnTo>
                    <a:pt x="2653414" y="0"/>
                  </a:lnTo>
                </a:path>
              </a:pathLst>
            </a:custGeom>
            <a:noFill/>
            <a:ln cap="flat" cmpd="sng" w="73025">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p28"/>
            <p:cNvSpPr/>
            <p:nvPr/>
          </p:nvSpPr>
          <p:spPr>
            <a:xfrm>
              <a:off x="6112241" y="1464080"/>
              <a:ext cx="3366770" cy="3042285"/>
            </a:xfrm>
            <a:custGeom>
              <a:rect b="b" l="l" r="r" t="t"/>
              <a:pathLst>
                <a:path extrusionOk="0" h="3042285" w="3366770">
                  <a:moveTo>
                    <a:pt x="0" y="3041835"/>
                  </a:moveTo>
                  <a:lnTo>
                    <a:pt x="3366224" y="0"/>
                  </a:lnTo>
                </a:path>
              </a:pathLst>
            </a:custGeom>
            <a:noFill/>
            <a:ln cap="flat" cmpd="sng" w="73025">
              <a:solidFill>
                <a:srgbClr val="70AD4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88" name="Google Shape;788;p28"/>
            <p:cNvPicPr preferRelativeResize="0"/>
            <p:nvPr/>
          </p:nvPicPr>
          <p:blipFill rotWithShape="1">
            <a:blip r:embed="rId3">
              <a:alphaModFix/>
            </a:blip>
            <a:srcRect b="0" l="0" r="0" t="0"/>
            <a:stretch/>
          </p:blipFill>
          <p:spPr>
            <a:xfrm>
              <a:off x="8244240" y="3358970"/>
              <a:ext cx="3804950" cy="2548637"/>
            </a:xfrm>
            <a:prstGeom prst="rect">
              <a:avLst/>
            </a:prstGeom>
            <a:noFill/>
            <a:ln>
              <a:noFill/>
            </a:ln>
          </p:spPr>
        </p:pic>
        <p:pic>
          <p:nvPicPr>
            <p:cNvPr id="789" name="Google Shape;789;p28"/>
            <p:cNvPicPr preferRelativeResize="0"/>
            <p:nvPr/>
          </p:nvPicPr>
          <p:blipFill rotWithShape="1">
            <a:blip r:embed="rId4">
              <a:alphaModFix/>
            </a:blip>
            <a:srcRect b="0" l="0" r="0" t="0"/>
            <a:stretch/>
          </p:blipFill>
          <p:spPr>
            <a:xfrm>
              <a:off x="178805" y="366242"/>
              <a:ext cx="3325560" cy="2199610"/>
            </a:xfrm>
            <a:prstGeom prst="rect">
              <a:avLst/>
            </a:prstGeom>
            <a:noFill/>
            <a:ln>
              <a:noFill/>
            </a:ln>
          </p:spPr>
        </p:pic>
      </p:grpSp>
      <p:sp>
        <p:nvSpPr>
          <p:cNvPr id="790" name="Google Shape;790;p28"/>
          <p:cNvSpPr txBox="1"/>
          <p:nvPr/>
        </p:nvSpPr>
        <p:spPr>
          <a:xfrm>
            <a:off x="152400" y="2614676"/>
            <a:ext cx="124714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FELIPE AYALA</a:t>
            </a:r>
            <a:endParaRPr b="0" i="0" sz="1800" u="none" cap="none" strike="noStrike">
              <a:solidFill>
                <a:schemeClr val="dk1"/>
              </a:solidFill>
              <a:latin typeface="Calibri"/>
              <a:ea typeface="Calibri"/>
              <a:cs typeface="Calibri"/>
              <a:sym typeface="Calibri"/>
            </a:endParaRPr>
          </a:p>
        </p:txBody>
      </p:sp>
      <p:sp>
        <p:nvSpPr>
          <p:cNvPr id="791" name="Google Shape;791;p28"/>
          <p:cNvSpPr txBox="1"/>
          <p:nvPr/>
        </p:nvSpPr>
        <p:spPr>
          <a:xfrm>
            <a:off x="8322979" y="5988811"/>
            <a:ext cx="2085637"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FLORENCIA LITUARTE</a:t>
            </a:r>
            <a:endParaRPr b="0" i="0" sz="1800" u="none" cap="none" strike="noStrike">
              <a:solidFill>
                <a:schemeClr val="dk1"/>
              </a:solidFill>
              <a:latin typeface="Calibri"/>
              <a:ea typeface="Calibri"/>
              <a:cs typeface="Calibri"/>
              <a:sym typeface="Calibri"/>
            </a:endParaRPr>
          </a:p>
        </p:txBody>
      </p:sp>
      <p:sp>
        <p:nvSpPr>
          <p:cNvPr id="792" name="Google Shape;792;p28"/>
          <p:cNvSpPr txBox="1"/>
          <p:nvPr/>
        </p:nvSpPr>
        <p:spPr>
          <a:xfrm>
            <a:off x="76200" y="5988811"/>
            <a:ext cx="192087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LORETO SAPIAN</a:t>
            </a:r>
            <a:endParaRPr b="0" i="0" sz="1800" u="none" cap="none" strike="noStrike">
              <a:solidFill>
                <a:schemeClr val="dk1"/>
              </a:solidFill>
              <a:latin typeface="Calibri"/>
              <a:ea typeface="Calibri"/>
              <a:cs typeface="Calibri"/>
              <a:sym typeface="Calibri"/>
            </a:endParaRPr>
          </a:p>
        </p:txBody>
      </p:sp>
      <p:pic>
        <p:nvPicPr>
          <p:cNvPr id="793" name="Google Shape;793;p28"/>
          <p:cNvPicPr preferRelativeResize="0"/>
          <p:nvPr/>
        </p:nvPicPr>
        <p:blipFill rotWithShape="1">
          <a:blip r:embed="rId5">
            <a:alphaModFix/>
          </a:blip>
          <a:srcRect b="0" l="0" r="0" t="0"/>
          <a:stretch/>
        </p:blipFill>
        <p:spPr>
          <a:xfrm>
            <a:off x="20125" y="3487465"/>
            <a:ext cx="3637475" cy="2406445"/>
          </a:xfrm>
          <a:prstGeom prst="rect">
            <a:avLst/>
          </a:prstGeom>
          <a:noFill/>
          <a:ln>
            <a:noFill/>
          </a:ln>
        </p:spPr>
      </p:pic>
      <p:pic>
        <p:nvPicPr>
          <p:cNvPr id="794" name="Google Shape;794;p28" title="13120_401_nunoa.jpeg"/>
          <p:cNvPicPr preferRelativeResize="0"/>
          <p:nvPr/>
        </p:nvPicPr>
        <p:blipFill rotWithShape="1">
          <a:blip r:embed="rId6">
            <a:alphaModFix/>
          </a:blip>
          <a:srcRect b="9946" l="7754" r="10014" t="14179"/>
          <a:stretch/>
        </p:blipFill>
        <p:spPr>
          <a:xfrm rot="-5400000">
            <a:off x="3001462" y="1077012"/>
            <a:ext cx="5769451" cy="4703975"/>
          </a:xfrm>
          <a:prstGeom prst="rect">
            <a:avLst/>
          </a:prstGeom>
          <a:noFill/>
          <a:ln>
            <a:noFill/>
          </a:ln>
        </p:spPr>
      </p:pic>
      <p:pic>
        <p:nvPicPr>
          <p:cNvPr id="795" name="Google Shape;795;p28" title="PHOTO-2025-12-06-19-26-27.jpg"/>
          <p:cNvPicPr preferRelativeResize="0"/>
          <p:nvPr/>
        </p:nvPicPr>
        <p:blipFill rotWithShape="1">
          <a:blip r:embed="rId7">
            <a:alphaModFix/>
          </a:blip>
          <a:srcRect b="-215013" l="-227120" r="-8112" t="-20107"/>
          <a:stretch/>
        </p:blipFill>
        <p:spPr>
          <a:xfrm>
            <a:off x="76200" y="0"/>
            <a:ext cx="12192000"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20"/>
          <p:cNvSpPr txBox="1"/>
          <p:nvPr>
            <p:ph idx="1" type="body"/>
          </p:nvPr>
        </p:nvSpPr>
        <p:spPr>
          <a:xfrm>
            <a:off x="786425" y="866825"/>
            <a:ext cx="10942500" cy="581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400"/>
              <a:buFont typeface="Arial"/>
              <a:buNone/>
            </a:pPr>
            <a:r>
              <a:rPr lang="es-ES"/>
              <a:t>1 </a:t>
            </a:r>
            <a:r>
              <a:rPr lang="es-ES"/>
              <a:t>INCENTIVA EL TURISMO ENFOCADO EN LA CULTURA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INSITA A CAMINAR LA COMUNA, RECORRERLA Y DESCUBRIR ESPACIOS QUE TAL VEZ NO TIENEN TANTO RECORRIDO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AYUDA A LOS ARTISTAS A PROMOVER SU OBRA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GENERA UN CIRCUITO ACTIVO Y VIBRANTE EN TORNO A LA COMUNA COMPLETA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AYUDARÁ A GENERAR UNA MEJOR CONVOCATORIA Y ORGANIZACIÓN COMUNAL EN  CUANTO A LAS PROGRAMACIONES DE ACTIVIDADES.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ESTE FESTIVAL QUE CONSTA DE TALLERES ABIERTOS.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EVENTOS EN  LOS DISTINTOS ESPACIOS CULTURALES DE LA COMUNA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ESCULTURAS QUE MARCAN UN RECORRIDO POR LOS DISTINTOS LUGARES </a:t>
            </a:r>
            <a:r>
              <a:rPr lang="es-ES"/>
              <a:t>EMBLEMÁTICOS</a:t>
            </a:r>
            <a:r>
              <a:rPr lang="es-ES"/>
              <a:t> DE LA COMUNA.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 </a:t>
            </a:r>
            <a:endParaRPr/>
          </a:p>
        </p:txBody>
      </p:sp>
      <p:sp>
        <p:nvSpPr>
          <p:cNvPr id="801" name="Google Shape;801;p20"/>
          <p:cNvSpPr txBox="1"/>
          <p:nvPr/>
        </p:nvSpPr>
        <p:spPr>
          <a:xfrm>
            <a:off x="8330400" y="4493075"/>
            <a:ext cx="3885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21"/>
          <p:cNvSpPr txBox="1"/>
          <p:nvPr>
            <p:ph type="title"/>
          </p:nvPr>
        </p:nvSpPr>
        <p:spPr>
          <a:xfrm>
            <a:off x="317929" y="206745"/>
            <a:ext cx="60708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
        <p:nvSpPr>
          <p:cNvPr id="807" name="Google Shape;807;p21"/>
          <p:cNvSpPr txBox="1"/>
          <p:nvPr>
            <p:ph idx="1" type="body"/>
          </p:nvPr>
        </p:nvSpPr>
        <p:spPr>
          <a:xfrm>
            <a:off x="831850" y="1684271"/>
            <a:ext cx="10534800" cy="908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ES" sz="5900"/>
              <a:t>FINANCIAMIENTO EN INCENTIVOS </a:t>
            </a:r>
            <a:endParaRPr sz="5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22"/>
          <p:cNvSpPr txBox="1"/>
          <p:nvPr>
            <p:ph type="title"/>
          </p:nvPr>
        </p:nvSpPr>
        <p:spPr>
          <a:xfrm>
            <a:off x="831852" y="340325"/>
            <a:ext cx="10658700" cy="4155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ES"/>
              <a:t>MEDIANTE LOS FONDOS DE  </a:t>
            </a:r>
            <a:r>
              <a:rPr lang="es-ES">
                <a:solidFill>
                  <a:srgbClr val="6AA84F"/>
                </a:solidFill>
              </a:rPr>
              <a:t>FESTIVALES DE ARTES VISUALES  (FONDART)</a:t>
            </a:r>
            <a:endParaRPr>
              <a:solidFill>
                <a:srgbClr val="6AA84F"/>
              </a:solidFill>
            </a:endParaRPr>
          </a:p>
          <a:p>
            <a:pPr indent="0" lvl="0" marL="0" rtl="0" algn="l">
              <a:lnSpc>
                <a:spcPct val="100000"/>
              </a:lnSpc>
              <a:spcBef>
                <a:spcPts val="0"/>
              </a:spcBef>
              <a:spcAft>
                <a:spcPts val="0"/>
              </a:spcAft>
              <a:buSzPts val="1400"/>
              <a:buNone/>
            </a:pPr>
            <a:r>
              <a:rPr lang="es-ES"/>
              <a:t>PODEMOS CONSEGUIR </a:t>
            </a:r>
            <a:r>
              <a:rPr lang="es-ES">
                <a:solidFill>
                  <a:srgbClr val="CC0000"/>
                </a:solidFill>
              </a:rPr>
              <a:t>30.000.000</a:t>
            </a:r>
            <a:r>
              <a:rPr lang="es-ES"/>
              <a:t> PESOS  PARA ACTIVAR ESTE PROCESO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TODOS LOS CÁLCULOS DE ESTE FESTIVAL  YA HAN SIDO PREVIAMENTE CALCULADOS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INFOGRAFÍA CON CÓDIGOS QR</a:t>
            </a:r>
            <a:endParaRPr/>
          </a:p>
          <a:p>
            <a:pPr indent="0" lvl="0" marL="0" rtl="0" algn="l">
              <a:lnSpc>
                <a:spcPct val="100000"/>
              </a:lnSpc>
              <a:spcBef>
                <a:spcPts val="0"/>
              </a:spcBef>
              <a:spcAft>
                <a:spcPts val="0"/>
              </a:spcAft>
              <a:buSzPts val="1400"/>
              <a:buNone/>
            </a:pPr>
            <a:r>
              <a:rPr lang="es-ES"/>
              <a:t>CATÁLOGOS </a:t>
            </a:r>
            <a:endParaRPr/>
          </a:p>
          <a:p>
            <a:pPr indent="0" lvl="0" marL="0" rtl="0" algn="l">
              <a:lnSpc>
                <a:spcPct val="100000"/>
              </a:lnSpc>
              <a:spcBef>
                <a:spcPts val="0"/>
              </a:spcBef>
              <a:spcAft>
                <a:spcPts val="0"/>
              </a:spcAft>
              <a:buSzPts val="1400"/>
              <a:buNone/>
            </a:pPr>
            <a:r>
              <a:rPr lang="es-ES"/>
              <a:t>EQUIPO DE TRABAJO </a:t>
            </a:r>
            <a:endParaRPr/>
          </a:p>
          <a:p>
            <a:pPr indent="0" lvl="0" marL="0" rtl="0" algn="l">
              <a:lnSpc>
                <a:spcPct val="100000"/>
              </a:lnSpc>
              <a:spcBef>
                <a:spcPts val="0"/>
              </a:spcBef>
              <a:spcAft>
                <a:spcPts val="0"/>
              </a:spcAft>
              <a:buSzPts val="1400"/>
              <a:buNone/>
            </a:pPr>
            <a:r>
              <a:rPr lang="es-ES"/>
              <a:t>PAGO A LOS  ARTISTAS </a:t>
            </a:r>
            <a:endParaRPr/>
          </a:p>
          <a:p>
            <a:pPr indent="0" lvl="0" marL="0" rtl="0" algn="l">
              <a:lnSpc>
                <a:spcPct val="100000"/>
              </a:lnSpc>
              <a:spcBef>
                <a:spcPts val="0"/>
              </a:spcBef>
              <a:spcAft>
                <a:spcPts val="0"/>
              </a:spcAft>
              <a:buSzPts val="1400"/>
              <a:buNone/>
            </a:pPr>
            <a:r>
              <a:rPr lang="es-ES"/>
              <a:t>TRALADO DE OBRAS </a:t>
            </a:r>
            <a:endParaRPr/>
          </a:p>
          <a:p>
            <a:pPr indent="0" lvl="0" marL="0" rtl="0" algn="l">
              <a:lnSpc>
                <a:spcPct val="100000"/>
              </a:lnSpc>
              <a:spcBef>
                <a:spcPts val="0"/>
              </a:spcBef>
              <a:spcAft>
                <a:spcPts val="0"/>
              </a:spcAft>
              <a:buSzPts val="1400"/>
              <a:buNone/>
            </a:pPr>
            <a:r>
              <a:rPr lang="es-ES"/>
              <a:t>ETC…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EL ADJUDICAR ESTE PROYECTO NOS PERMITIRÁ EL SIGUIENTE AÑO POSTULAR A </a:t>
            </a:r>
            <a:r>
              <a:rPr lang="es-ES">
                <a:solidFill>
                  <a:srgbClr val="70AD47"/>
                </a:solidFill>
              </a:rPr>
              <a:t>TRAYECTORIA </a:t>
            </a:r>
            <a:r>
              <a:rPr lang="es-ES"/>
              <a:t> FONDO QUE ENTREGA POR </a:t>
            </a:r>
            <a:r>
              <a:rPr lang="es-ES"/>
              <a:t>PROYECTO</a:t>
            </a:r>
            <a:r>
              <a:rPr lang="es-ES"/>
              <a:t>    </a:t>
            </a:r>
            <a:r>
              <a:rPr lang="es-ES">
                <a:solidFill>
                  <a:srgbClr val="CC0000"/>
                </a:solidFill>
              </a:rPr>
              <a:t>50.000.000 </a:t>
            </a:r>
            <a:endParaRPr>
              <a:solidFill>
                <a:srgbClr val="CC0000"/>
              </a:solidFill>
            </a:endParaRPr>
          </a:p>
          <a:p>
            <a:pPr indent="0" lvl="0" marL="0" rtl="0" algn="l">
              <a:lnSpc>
                <a:spcPct val="100000"/>
              </a:lnSpc>
              <a:spcBef>
                <a:spcPts val="0"/>
              </a:spcBef>
              <a:spcAft>
                <a:spcPts val="0"/>
              </a:spcAft>
              <a:buSzPts val="1400"/>
              <a:buNone/>
            </a:pPr>
            <a:r>
              <a:t/>
            </a:r>
            <a:endParaRPr/>
          </a:p>
        </p:txBody>
      </p:sp>
      <p:sp>
        <p:nvSpPr>
          <p:cNvPr id="813" name="Google Shape;813;p22"/>
          <p:cNvSpPr txBox="1"/>
          <p:nvPr>
            <p:ph idx="1" type="body"/>
          </p:nvPr>
        </p:nvSpPr>
        <p:spPr>
          <a:xfrm>
            <a:off x="831850" y="4675575"/>
            <a:ext cx="10239300" cy="2770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ES"/>
              <a:t>HACER UN CONCURSO DENTRO DEL FESTIVAL EN EL QUE SE ELIJA UNA DE LAS ESCULTURAS EXPUESTAS EN EL RECORRIDOS Y QUE SEA COMPRADA Y DONADA POR ALGUNA EMPRESA INTERESADA EN PARTICIPAR A TRAVÉS DE LEY DE DONACIONES CULTURALES  A ÑUÑOA.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s-ES"/>
              <a:t>ESTO QUEDARÍA COMO HITO RECORDATORIO DE NUESTRO PRIMER FESTIVAL.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7" name="Shape 817"/>
        <p:cNvGrpSpPr/>
        <p:nvPr/>
      </p:nvGrpSpPr>
      <p:grpSpPr>
        <a:xfrm>
          <a:off x="0" y="0"/>
          <a:ext cx="0" cy="0"/>
          <a:chOff x="0" y="0"/>
          <a:chExt cx="0" cy="0"/>
        </a:xfrm>
      </p:grpSpPr>
      <p:sp>
        <p:nvSpPr>
          <p:cNvPr id="818" name="Google Shape;818;p23"/>
          <p:cNvSpPr txBox="1"/>
          <p:nvPr>
            <p:ph type="title"/>
          </p:nvPr>
        </p:nvSpPr>
        <p:spPr>
          <a:xfrm>
            <a:off x="916939" y="611124"/>
            <a:ext cx="8997315" cy="689932"/>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s-ES" sz="4400">
                <a:latin typeface="Calibri"/>
                <a:ea typeface="Calibri"/>
                <a:cs typeface="Calibri"/>
                <a:sym typeface="Calibri"/>
              </a:rPr>
              <a:t>Hitos del Festival durante dos días</a:t>
            </a:r>
            <a:endParaRPr sz="4400">
              <a:latin typeface="Calibri"/>
              <a:ea typeface="Calibri"/>
              <a:cs typeface="Calibri"/>
              <a:sym typeface="Calibri"/>
            </a:endParaRPr>
          </a:p>
        </p:txBody>
      </p:sp>
      <p:sp>
        <p:nvSpPr>
          <p:cNvPr id="819" name="Google Shape;819;p23"/>
          <p:cNvSpPr txBox="1"/>
          <p:nvPr/>
        </p:nvSpPr>
        <p:spPr>
          <a:xfrm>
            <a:off x="891539" y="1371600"/>
            <a:ext cx="10356900" cy="7408800"/>
          </a:xfrm>
          <a:prstGeom prst="rect">
            <a:avLst/>
          </a:prstGeom>
          <a:noFill/>
          <a:ln>
            <a:noFill/>
          </a:ln>
        </p:spPr>
        <p:txBody>
          <a:bodyPr anchorCtr="0" anchor="t" bIns="0" lIns="0" spcFirstLastPara="1" rIns="0" wrap="square" tIns="63500">
            <a:spAutoFit/>
          </a:bodyPr>
          <a:lstStyle/>
          <a:p>
            <a:pPr indent="-228600" lvl="0" marL="241300" marR="5080" rtl="0" algn="l">
              <a:lnSpc>
                <a:spcPct val="107142"/>
              </a:lnSpc>
              <a:spcBef>
                <a:spcPts val="0"/>
              </a:spcBef>
              <a:spcAft>
                <a:spcPts val="0"/>
              </a:spcAft>
              <a:buClr>
                <a:schemeClr val="dk1"/>
              </a:buClr>
              <a:buSzPts val="2800"/>
              <a:buFont typeface="Arial"/>
              <a:buChar char="•"/>
            </a:pPr>
            <a:r>
              <a:rPr b="0" i="0" lang="es-ES" sz="2800" u="none" cap="none" strike="noStrike">
                <a:solidFill>
                  <a:schemeClr val="dk1"/>
                </a:solidFill>
                <a:latin typeface="Calibri"/>
                <a:ea typeface="Calibri"/>
                <a:cs typeface="Calibri"/>
                <a:sym typeface="Calibri"/>
              </a:rPr>
              <a:t>Festival: Viaje por las artes, es un circuito de vinculación entre el público asistente, con manifestaciones de Artes de la Visualidad, integrando los espacios icónicos de Ñuñoa, promoviendo un aporte al desarrollo sociocultural del territorio, revelando la identidad de nuestra amada comuna.</a:t>
            </a:r>
            <a:endParaRPr b="0" i="0" sz="1400" u="none" cap="none" strike="noStrike">
              <a:solidFill>
                <a:srgbClr val="000000"/>
              </a:solidFill>
              <a:latin typeface="Arial"/>
              <a:ea typeface="Arial"/>
              <a:cs typeface="Arial"/>
              <a:sym typeface="Arial"/>
            </a:endParaRPr>
          </a:p>
          <a:p>
            <a:pPr indent="-228600" lvl="0" marL="241300" marR="5080" rtl="0" algn="l">
              <a:lnSpc>
                <a:spcPct val="107142"/>
              </a:lnSpc>
              <a:spcBef>
                <a:spcPts val="500"/>
              </a:spcBef>
              <a:spcAft>
                <a:spcPts val="0"/>
              </a:spcAft>
              <a:buClr>
                <a:schemeClr val="dk1"/>
              </a:buClr>
              <a:buSzPts val="2800"/>
              <a:buFont typeface="Arial"/>
              <a:buChar char="•"/>
            </a:pPr>
            <a:r>
              <a:rPr b="0" i="0" lang="es-ES" sz="2800" u="none" cap="none" strike="noStrike">
                <a:solidFill>
                  <a:schemeClr val="dk1"/>
                </a:solidFill>
                <a:latin typeface="Calibri"/>
                <a:ea typeface="Calibri"/>
                <a:cs typeface="Calibri"/>
                <a:sym typeface="Calibri"/>
              </a:rPr>
              <a:t>Instalaciones  en espacios públicos, comunitarios y privados.</a:t>
            </a:r>
            <a:endParaRPr b="0" i="0" sz="2800" u="none" cap="none" strike="noStrike">
              <a:solidFill>
                <a:schemeClr val="dk1"/>
              </a:solidFill>
              <a:latin typeface="Calibri"/>
              <a:ea typeface="Calibri"/>
              <a:cs typeface="Calibri"/>
              <a:sym typeface="Calibri"/>
            </a:endParaRPr>
          </a:p>
          <a:p>
            <a:pPr indent="-228600" lvl="0" marL="241300" marR="5080" rtl="0" algn="l">
              <a:lnSpc>
                <a:spcPct val="107142"/>
              </a:lnSpc>
              <a:spcBef>
                <a:spcPts val="500"/>
              </a:spcBef>
              <a:spcAft>
                <a:spcPts val="0"/>
              </a:spcAft>
              <a:buClr>
                <a:schemeClr val="dk1"/>
              </a:buClr>
              <a:buSzPts val="2800"/>
              <a:buFont typeface="Arial"/>
              <a:buChar char="•"/>
            </a:pPr>
            <a:r>
              <a:rPr b="0" i="0" lang="es-ES" sz="2800" u="none" cap="none" strike="noStrike">
                <a:solidFill>
                  <a:schemeClr val="dk1"/>
                </a:solidFill>
                <a:latin typeface="Calibri"/>
                <a:ea typeface="Calibri"/>
                <a:cs typeface="Calibri"/>
                <a:sym typeface="Calibri"/>
              </a:rPr>
              <a:t>artistas visuales instalan y exhiben sus creaciones artísticas de pintura, cerámica, fotografía, collage, nuevos medios, escultura, grabado.</a:t>
            </a:r>
            <a:endParaRPr b="0" i="0" sz="1400" u="none" cap="none" strike="noStrike">
              <a:solidFill>
                <a:srgbClr val="000000"/>
              </a:solidFill>
              <a:latin typeface="Arial"/>
              <a:ea typeface="Arial"/>
              <a:cs typeface="Arial"/>
              <a:sym typeface="Arial"/>
            </a:endParaRPr>
          </a:p>
          <a:p>
            <a:pPr indent="-228600" lvl="0" marL="241300" marR="5080" rtl="0" algn="l">
              <a:lnSpc>
                <a:spcPct val="107142"/>
              </a:lnSpc>
              <a:spcBef>
                <a:spcPts val="500"/>
              </a:spcBef>
              <a:spcAft>
                <a:spcPts val="0"/>
              </a:spcAft>
              <a:buClr>
                <a:schemeClr val="dk1"/>
              </a:buClr>
              <a:buSzPts val="2800"/>
              <a:buFont typeface="Arial"/>
              <a:buChar char="•"/>
            </a:pPr>
            <a:r>
              <a:rPr b="0" i="0" lang="es-ES" sz="2800" u="none" cap="none" strike="noStrike">
                <a:solidFill>
                  <a:schemeClr val="dk1"/>
                </a:solidFill>
                <a:latin typeface="Calibri"/>
                <a:ea typeface="Calibri"/>
                <a:cs typeface="Calibri"/>
                <a:sym typeface="Calibri"/>
              </a:rPr>
              <a:t>Realización de arte en vivo, con participación del público asistente, generando vínculos virtuosos entre el artista y las personas. </a:t>
            </a:r>
            <a:endParaRPr b="0" i="0" sz="2800" u="none" cap="none" strike="noStrike">
              <a:solidFill>
                <a:schemeClr val="dk1"/>
              </a:solidFill>
              <a:latin typeface="Calibri"/>
              <a:ea typeface="Calibri"/>
              <a:cs typeface="Calibri"/>
              <a:sym typeface="Calibri"/>
            </a:endParaRPr>
          </a:p>
          <a:p>
            <a:pPr indent="-50800" lvl="0" marL="241300" marR="5080" rtl="0" algn="l">
              <a:lnSpc>
                <a:spcPct val="107142"/>
              </a:lnSpc>
              <a:spcBef>
                <a:spcPts val="5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41300" marR="5080" rtl="0" algn="l">
              <a:lnSpc>
                <a:spcPct val="107142"/>
              </a:lnSpc>
              <a:spcBef>
                <a:spcPts val="5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12700" marR="5080" rtl="0" algn="l">
              <a:lnSpc>
                <a:spcPct val="107142"/>
              </a:lnSpc>
              <a:spcBef>
                <a:spcPts val="50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12700" marR="5080" rtl="0" algn="l">
              <a:lnSpc>
                <a:spcPct val="107142"/>
              </a:lnSpc>
              <a:spcBef>
                <a:spcPts val="50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3" name="Shape 823"/>
        <p:cNvGrpSpPr/>
        <p:nvPr/>
      </p:nvGrpSpPr>
      <p:grpSpPr>
        <a:xfrm>
          <a:off x="0" y="0"/>
          <a:ext cx="0" cy="0"/>
          <a:chOff x="0" y="0"/>
          <a:chExt cx="0" cy="0"/>
        </a:xfrm>
      </p:grpSpPr>
      <p:sp>
        <p:nvSpPr>
          <p:cNvPr id="824" name="Google Shape;824;p29"/>
          <p:cNvSpPr txBox="1"/>
          <p:nvPr>
            <p:ph type="title"/>
          </p:nvPr>
        </p:nvSpPr>
        <p:spPr>
          <a:xfrm>
            <a:off x="916939" y="228600"/>
            <a:ext cx="2188210" cy="6959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s-ES" sz="4400">
                <a:latin typeface="Calibri"/>
                <a:ea typeface="Calibri"/>
                <a:cs typeface="Calibri"/>
                <a:sym typeface="Calibri"/>
              </a:rPr>
              <a:t>Programa</a:t>
            </a:r>
            <a:endParaRPr sz="4400">
              <a:latin typeface="Calibri"/>
              <a:ea typeface="Calibri"/>
              <a:cs typeface="Calibri"/>
              <a:sym typeface="Calibri"/>
            </a:endParaRPr>
          </a:p>
        </p:txBody>
      </p:sp>
      <p:graphicFrame>
        <p:nvGraphicFramePr>
          <p:cNvPr id="825" name="Google Shape;825;p29"/>
          <p:cNvGraphicFramePr/>
          <p:nvPr/>
        </p:nvGraphicFramePr>
        <p:xfrm>
          <a:off x="-23" y="1039450"/>
          <a:ext cx="3000000" cy="3000000"/>
        </p:xfrm>
        <a:graphic>
          <a:graphicData uri="http://schemas.openxmlformats.org/drawingml/2006/table">
            <a:tbl>
              <a:tblPr bandRow="1" firstRow="1">
                <a:noFill/>
                <a:tableStyleId>{27B3F396-6AB3-447B-967C-6C4B70A5564E}</a:tableStyleId>
              </a:tblPr>
              <a:tblGrid>
                <a:gridCol w="852950"/>
                <a:gridCol w="3615850"/>
                <a:gridCol w="3615850"/>
                <a:gridCol w="4107325"/>
              </a:tblGrid>
              <a:tr h="736525">
                <a:tc>
                  <a:txBody>
                    <a:bodyPr/>
                    <a:lstStyle/>
                    <a:p>
                      <a:pPr indent="0" lvl="0" marL="0" marR="0" rtl="0" algn="l">
                        <a:lnSpc>
                          <a:spcPct val="100000"/>
                        </a:lnSpc>
                        <a:spcBef>
                          <a:spcPts val="0"/>
                        </a:spcBef>
                        <a:spcAft>
                          <a:spcPts val="0"/>
                        </a:spcAft>
                        <a:buClr>
                          <a:srgbClr val="000000"/>
                        </a:buClr>
                        <a:buSzPts val="2050"/>
                        <a:buFont typeface="Arial"/>
                        <a:buNone/>
                      </a:pPr>
                      <a:r>
                        <a:t/>
                      </a:r>
                      <a:endParaRPr sz="2050" u="none" cap="none" strike="noStrike">
                        <a:latin typeface="Times New Roman"/>
                        <a:ea typeface="Times New Roman"/>
                        <a:cs typeface="Times New Roman"/>
                        <a:sym typeface="Times New Roman"/>
                      </a:endParaRPr>
                    </a:p>
                    <a:p>
                      <a:pPr indent="0" lvl="0" marL="38735" marR="0" rtl="0" algn="ctr">
                        <a:lnSpc>
                          <a:spcPct val="100000"/>
                        </a:lnSpc>
                        <a:spcBef>
                          <a:spcPts val="0"/>
                        </a:spcBef>
                        <a:spcAft>
                          <a:spcPts val="0"/>
                        </a:spcAft>
                        <a:buClr>
                          <a:srgbClr val="000000"/>
                        </a:buClr>
                        <a:buSzPts val="1800"/>
                        <a:buFont typeface="Arial"/>
                        <a:buNone/>
                      </a:pPr>
                      <a:r>
                        <a:rPr b="1" lang="es-ES" sz="1800" u="none" cap="none" strike="noStrike">
                          <a:solidFill>
                            <a:srgbClr val="FFFFFF"/>
                          </a:solidFill>
                          <a:latin typeface="Calibri"/>
                          <a:ea typeface="Calibri"/>
                          <a:cs typeface="Calibri"/>
                          <a:sym typeface="Calibri"/>
                        </a:rPr>
                        <a:t>HR</a:t>
                      </a:r>
                      <a:endParaRPr sz="1800" u="none" cap="none" strike="noStrike">
                        <a:latin typeface="Calibri"/>
                        <a:ea typeface="Calibri"/>
                        <a:cs typeface="Calibri"/>
                        <a:sym typeface="Calibri"/>
                      </a:endParaRPr>
                    </a:p>
                  </a:txBody>
                  <a:tcPr marT="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53975">
                      <a:solidFill>
                        <a:srgbClr val="FFFFFF"/>
                      </a:solidFill>
                      <a:prstDash val="solid"/>
                      <a:round/>
                      <a:headEnd len="sm" w="sm" type="none"/>
                      <a:tailEnd len="sm" w="sm" type="none"/>
                    </a:lnB>
                    <a:solidFill>
                      <a:srgbClr val="4472C4"/>
                    </a:solidFill>
                  </a:tcPr>
                </a:tc>
                <a:tc>
                  <a:txBody>
                    <a:bodyPr/>
                    <a:lstStyle/>
                    <a:p>
                      <a:pPr indent="0" lvl="0" marL="91440" marR="0" rtl="0" algn="l">
                        <a:lnSpc>
                          <a:spcPct val="100000"/>
                        </a:lnSpc>
                        <a:spcBef>
                          <a:spcPts val="0"/>
                        </a:spcBef>
                        <a:spcAft>
                          <a:spcPts val="0"/>
                        </a:spcAft>
                        <a:buClr>
                          <a:srgbClr val="FFFFFF"/>
                        </a:buClr>
                        <a:buSzPts val="1800"/>
                        <a:buFont typeface="Calibri"/>
                        <a:buNone/>
                      </a:pPr>
                      <a:r>
                        <a:rPr b="1" lang="es-ES" sz="1800" u="none" cap="none" strike="noStrike">
                          <a:solidFill>
                            <a:srgbClr val="FFFFFF"/>
                          </a:solidFill>
                          <a:latin typeface="Calibri"/>
                          <a:ea typeface="Calibri"/>
                          <a:cs typeface="Calibri"/>
                          <a:sym typeface="Calibri"/>
                        </a:rPr>
                        <a:t>                                                   </a:t>
                      </a:r>
                      <a:endParaRPr b="1" sz="1800" u="none" cap="none" strike="noStrike">
                        <a:solidFill>
                          <a:srgbClr val="FFFFFF"/>
                        </a:solidFill>
                        <a:latin typeface="Calibri"/>
                        <a:ea typeface="Calibri"/>
                        <a:cs typeface="Calibri"/>
                        <a:sym typeface="Calibri"/>
                      </a:endParaRPr>
                    </a:p>
                    <a:p>
                      <a:pPr indent="0" lvl="0" marL="91440" marR="0" rtl="0" algn="l">
                        <a:lnSpc>
                          <a:spcPct val="100000"/>
                        </a:lnSpc>
                        <a:spcBef>
                          <a:spcPts val="0"/>
                        </a:spcBef>
                        <a:spcAft>
                          <a:spcPts val="0"/>
                        </a:spcAft>
                        <a:buClr>
                          <a:srgbClr val="FFFFFF"/>
                        </a:buClr>
                        <a:buSzPts val="1800"/>
                        <a:buFont typeface="Calibri"/>
                        <a:buNone/>
                      </a:pPr>
                      <a:r>
                        <a:rPr b="1" lang="es-ES" sz="1800" u="none" cap="none" strike="noStrike">
                          <a:solidFill>
                            <a:srgbClr val="FFFFFF"/>
                          </a:solidFill>
                          <a:latin typeface="Calibri"/>
                          <a:ea typeface="Calibri"/>
                          <a:cs typeface="Calibri"/>
                          <a:sym typeface="Calibri"/>
                        </a:rPr>
                        <a:t>VIERNES </a:t>
                      </a:r>
                      <a:endParaRPr sz="1400" u="none" cap="none" strike="noStrike"/>
                    </a:p>
                    <a:p>
                      <a:pPr indent="0" lvl="0" marL="91440" marR="0" rtl="0" algn="l">
                        <a:lnSpc>
                          <a:spcPct val="100000"/>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53975">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2050"/>
                        <a:buFont typeface="Arial"/>
                        <a:buNone/>
                      </a:pPr>
                      <a:r>
                        <a:t/>
                      </a:r>
                      <a:endParaRPr sz="2050" u="none" cap="none" strike="noStrike">
                        <a:latin typeface="Times New Roman"/>
                        <a:ea typeface="Times New Roman"/>
                        <a:cs typeface="Times New Roman"/>
                        <a:sym typeface="Times New Roman"/>
                      </a:endParaRPr>
                    </a:p>
                    <a:p>
                      <a:pPr indent="0" lvl="0" marL="91440" marR="0" rtl="0" algn="l">
                        <a:lnSpc>
                          <a:spcPct val="100000"/>
                        </a:lnSpc>
                        <a:spcBef>
                          <a:spcPts val="0"/>
                        </a:spcBef>
                        <a:spcAft>
                          <a:spcPts val="0"/>
                        </a:spcAft>
                        <a:buClr>
                          <a:srgbClr val="000000"/>
                        </a:buClr>
                        <a:buSzPts val="1800"/>
                        <a:buFont typeface="Arial"/>
                        <a:buNone/>
                      </a:pPr>
                      <a:r>
                        <a:rPr b="1" lang="es-ES" sz="1800" u="none" cap="none" strike="noStrike">
                          <a:solidFill>
                            <a:srgbClr val="FFFFFF"/>
                          </a:solidFill>
                          <a:latin typeface="Calibri"/>
                          <a:ea typeface="Calibri"/>
                          <a:cs typeface="Calibri"/>
                          <a:sym typeface="Calibri"/>
                        </a:rPr>
                        <a:t>SABADO </a:t>
                      </a:r>
                      <a:endParaRPr sz="1800" u="none" cap="none" strike="noStrike">
                        <a:latin typeface="Calibri"/>
                        <a:ea typeface="Calibri"/>
                        <a:cs typeface="Calibri"/>
                        <a:sym typeface="Calibri"/>
                      </a:endParaRPr>
                    </a:p>
                  </a:txBody>
                  <a:tcPr marT="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53975">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2050"/>
                        <a:buFont typeface="Arial"/>
                        <a:buNone/>
                      </a:pPr>
                      <a:r>
                        <a:t/>
                      </a:r>
                      <a:endParaRPr sz="2050" u="none" cap="none" strike="noStrike">
                        <a:latin typeface="Times New Roman"/>
                        <a:ea typeface="Times New Roman"/>
                        <a:cs typeface="Times New Roman"/>
                        <a:sym typeface="Times New Roman"/>
                      </a:endParaRPr>
                    </a:p>
                    <a:p>
                      <a:pPr indent="0" lvl="0" marL="90805" marR="0" rtl="0" algn="l">
                        <a:lnSpc>
                          <a:spcPct val="100000"/>
                        </a:lnSpc>
                        <a:spcBef>
                          <a:spcPts val="0"/>
                        </a:spcBef>
                        <a:spcAft>
                          <a:spcPts val="0"/>
                        </a:spcAft>
                        <a:buClr>
                          <a:srgbClr val="000000"/>
                        </a:buClr>
                        <a:buSzPts val="1800"/>
                        <a:buFont typeface="Arial"/>
                        <a:buNone/>
                      </a:pPr>
                      <a:r>
                        <a:rPr b="1" lang="es-ES" sz="1800" u="none" cap="none" strike="noStrike">
                          <a:solidFill>
                            <a:srgbClr val="FFFFFF"/>
                          </a:solidFill>
                          <a:latin typeface="Calibri"/>
                          <a:ea typeface="Calibri"/>
                          <a:cs typeface="Calibri"/>
                          <a:sym typeface="Calibri"/>
                        </a:rPr>
                        <a:t>DOMINGO </a:t>
                      </a:r>
                      <a:endParaRPr sz="1800" u="none" cap="none" strike="noStrike">
                        <a:latin typeface="Calibri"/>
                        <a:ea typeface="Calibri"/>
                        <a:cs typeface="Calibri"/>
                        <a:sym typeface="Calibri"/>
                      </a:endParaRPr>
                    </a:p>
                  </a:txBody>
                  <a:tcPr marT="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53975">
                      <a:solidFill>
                        <a:srgbClr val="FFFFFF"/>
                      </a:solidFill>
                      <a:prstDash val="solid"/>
                      <a:round/>
                      <a:headEnd len="sm" w="sm" type="none"/>
                      <a:tailEnd len="sm" w="sm" type="none"/>
                    </a:lnB>
                    <a:solidFill>
                      <a:srgbClr val="4472C4"/>
                    </a:solidFill>
                  </a:tcPr>
                </a:tc>
              </a:tr>
              <a:tr h="736525">
                <a:tc>
                  <a:txBody>
                    <a:bodyPr/>
                    <a:lstStyle/>
                    <a:p>
                      <a:pPr indent="0" lvl="0" marL="91440" marR="0" rtl="0" algn="l">
                        <a:lnSpc>
                          <a:spcPct val="100000"/>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10:00</a:t>
                      </a:r>
                      <a:endParaRPr sz="1800" u="none" cap="none" strike="noStrike">
                        <a:latin typeface="Calibri"/>
                        <a:ea typeface="Calibri"/>
                        <a:cs typeface="Calibri"/>
                        <a:sym typeface="Calibri"/>
                      </a:endParaRPr>
                    </a:p>
                  </a:txBody>
                  <a:tcPr marT="3237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5397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1440" marR="0" rtl="0" algn="l">
                        <a:lnSpc>
                          <a:spcPct val="100000"/>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3237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5397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1440" marR="0" rtl="0" algn="l">
                        <a:lnSpc>
                          <a:spcPct val="100000"/>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LANZAMIENTO DE FESTIVAL </a:t>
                      </a:r>
                      <a:endParaRPr sz="1800" u="none" cap="none" strike="noStrike"/>
                    </a:p>
                    <a:p>
                      <a:pPr indent="0" lvl="0" marL="91440" marR="0" rtl="0" algn="l">
                        <a:lnSpc>
                          <a:spcPct val="100000"/>
                        </a:lnSpc>
                        <a:spcBef>
                          <a:spcPts val="0"/>
                        </a:spcBef>
                        <a:spcAft>
                          <a:spcPts val="0"/>
                        </a:spcAft>
                        <a:buClr>
                          <a:srgbClr val="000000"/>
                        </a:buClr>
                        <a:buSzPts val="1800"/>
                        <a:buFont typeface="Arial"/>
                        <a:buNone/>
                      </a:pPr>
                      <a:r>
                        <a:rPr lang="es-ES" sz="1800" u="none" cap="none" strike="noStrike"/>
                        <a:t>CASA DE LA CULTURA ÑUÑOA </a:t>
                      </a:r>
                      <a:endParaRPr sz="1800" u="none" cap="none" strike="noStrike"/>
                    </a:p>
                  </a:txBody>
                  <a:tcPr marT="3237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5397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0805" marR="1090295" rtl="0" algn="l">
                        <a:lnSpc>
                          <a:spcPct val="117222"/>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CEREMONIA DE COMIENZO DE J</a:t>
                      </a:r>
                      <a:r>
                        <a:rPr lang="es-ES" sz="1800" u="none" cap="none" strike="noStrike"/>
                        <a:t>ORNADA CENTRO CULTURAL </a:t>
                      </a:r>
                      <a:endParaRPr sz="1800" u="none" cap="none" strike="noStrike">
                        <a:latin typeface="Calibri"/>
                        <a:ea typeface="Calibri"/>
                        <a:cs typeface="Calibri"/>
                        <a:sym typeface="Calibri"/>
                      </a:endParaRPr>
                    </a:p>
                  </a:txBody>
                  <a:tcPr marT="4635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5397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r>
              <a:tr h="914400">
                <a:tc>
                  <a:txBody>
                    <a:bodyPr/>
                    <a:lstStyle/>
                    <a:p>
                      <a:pPr indent="0" lvl="0" marL="91440" marR="0" rtl="0" algn="l">
                        <a:lnSpc>
                          <a:spcPct val="118055"/>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11:00-</a:t>
                      </a:r>
                      <a:endParaRPr sz="1800" u="none" cap="none" strike="noStrike">
                        <a:latin typeface="Calibri"/>
                        <a:ea typeface="Calibri"/>
                        <a:cs typeface="Calibri"/>
                        <a:sym typeface="Calibri"/>
                      </a:endParaRPr>
                    </a:p>
                    <a:p>
                      <a:pPr indent="0" lvl="0" marL="91440" marR="0" rtl="0" algn="l">
                        <a:lnSpc>
                          <a:spcPct val="118055"/>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18:00</a:t>
                      </a:r>
                      <a:endParaRPr sz="1800" u="none" cap="none" strike="noStrike">
                        <a:latin typeface="Calibri"/>
                        <a:ea typeface="Calibri"/>
                        <a:cs typeface="Calibri"/>
                        <a:sym typeface="Calibri"/>
                      </a:endParaRPr>
                    </a:p>
                  </a:txBody>
                  <a:tcPr marT="3365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c>
                  <a:txBody>
                    <a:bodyPr/>
                    <a:lstStyle/>
                    <a:p>
                      <a:pPr indent="0" lvl="0" marL="91440" marR="200660" rtl="0" algn="l">
                        <a:lnSpc>
                          <a:spcPct val="116111"/>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4952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c>
                  <a:txBody>
                    <a:bodyPr/>
                    <a:lstStyle/>
                    <a:p>
                      <a:pPr indent="0" lvl="0" marL="91440" marR="200660" rtl="0" algn="l">
                        <a:lnSpc>
                          <a:spcPct val="116111"/>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COMIENZO DEL RECORRIDO COLECTIVO POR  LA RUTA.</a:t>
                      </a:r>
                      <a:endParaRPr sz="1800" u="none" cap="none" strike="noStrike">
                        <a:latin typeface="Calibri"/>
                        <a:ea typeface="Calibri"/>
                        <a:cs typeface="Calibri"/>
                        <a:sym typeface="Calibri"/>
                      </a:endParaRPr>
                    </a:p>
                  </a:txBody>
                  <a:tcPr marT="4952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c>
                  <a:txBody>
                    <a:bodyPr/>
                    <a:lstStyle/>
                    <a:p>
                      <a:pPr indent="0" lvl="0" marL="90805" marR="1939289" rtl="0" algn="l">
                        <a:lnSpc>
                          <a:spcPct val="116111"/>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PINTAR DE FORMA </a:t>
                      </a:r>
                      <a:r>
                        <a:rPr lang="es-ES" sz="1800" u="none" cap="none" strike="noStrike"/>
                        <a:t>COLECTIVA</a:t>
                      </a:r>
                      <a:r>
                        <a:rPr lang="es-ES" sz="1800" u="none" cap="none" strike="noStrike">
                          <a:latin typeface="Calibri"/>
                          <a:ea typeface="Calibri"/>
                          <a:cs typeface="Calibri"/>
                          <a:sym typeface="Calibri"/>
                        </a:rPr>
                        <a:t>  </a:t>
                      </a:r>
                      <a:r>
                        <a:rPr lang="es-ES" sz="1800" u="none" cap="none" strike="noStrike"/>
                        <a:t>EXPERIMENTACIÓN</a:t>
                      </a:r>
                      <a:r>
                        <a:rPr lang="es-ES" sz="1800" u="none" cap="none" strike="noStrike">
                          <a:latin typeface="Calibri"/>
                          <a:ea typeface="Calibri"/>
                          <a:cs typeface="Calibri"/>
                          <a:sym typeface="Calibri"/>
                        </a:rPr>
                        <a:t> CON TORNO</a:t>
                      </a:r>
                      <a:endParaRPr sz="1800" u="none" cap="none" strike="noStrike">
                        <a:latin typeface="Calibri"/>
                        <a:ea typeface="Calibri"/>
                        <a:cs typeface="Calibri"/>
                        <a:sym typeface="Calibri"/>
                      </a:endParaRPr>
                    </a:p>
                  </a:txBody>
                  <a:tcPr marT="4952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r>
              <a:tr h="736525">
                <a:tc>
                  <a:txBody>
                    <a:bodyPr/>
                    <a:lstStyle/>
                    <a:p>
                      <a:pPr indent="0" lvl="0" marL="91440" marR="0" rtl="0" algn="l">
                        <a:lnSpc>
                          <a:spcPct val="118055"/>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12:00</a:t>
                      </a:r>
                      <a:endParaRPr sz="1800" u="none" cap="none" strike="noStrike">
                        <a:latin typeface="Calibri"/>
                        <a:ea typeface="Calibri"/>
                        <a:cs typeface="Calibri"/>
                        <a:sym typeface="Calibri"/>
                      </a:endParaRPr>
                    </a:p>
                    <a:p>
                      <a:pPr indent="0" lvl="0" marL="91440" marR="0" rtl="0" algn="l">
                        <a:lnSpc>
                          <a:spcPct val="118055"/>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18:00</a:t>
                      </a:r>
                      <a:endParaRPr sz="1800" u="none" cap="none" strike="noStrike">
                        <a:latin typeface="Calibri"/>
                        <a:ea typeface="Calibri"/>
                        <a:cs typeface="Calibri"/>
                        <a:sym typeface="Calibri"/>
                      </a:endParaRPr>
                    </a:p>
                  </a:txBody>
                  <a:tcPr marT="3365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1440" marR="471169" rtl="0" algn="l">
                        <a:lnSpc>
                          <a:spcPct val="116111"/>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4952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1440" marR="471169" rtl="0" algn="l">
                        <a:lnSpc>
                          <a:spcPct val="116111"/>
                        </a:lnSpc>
                        <a:spcBef>
                          <a:spcPts val="0"/>
                        </a:spcBef>
                        <a:spcAft>
                          <a:spcPts val="0"/>
                        </a:spcAft>
                        <a:buClr>
                          <a:srgbClr val="000000"/>
                        </a:buClr>
                        <a:buSzPts val="1800"/>
                        <a:buFont typeface="Arial"/>
                        <a:buNone/>
                      </a:pPr>
                      <a:r>
                        <a:rPr lang="es-ES" sz="1800" u="none" cap="none" strike="noStrike"/>
                        <a:t>EXPERIMENTACIÓN</a:t>
                      </a:r>
                      <a:r>
                        <a:rPr lang="es-ES" sz="1800" u="none" cap="none" strike="noStrike">
                          <a:latin typeface="Calibri"/>
                          <a:ea typeface="Calibri"/>
                          <a:cs typeface="Calibri"/>
                          <a:sym typeface="Calibri"/>
                        </a:rPr>
                        <a:t> CON BARRO Y TORNO  PINTURA COLECTIVA</a:t>
                      </a:r>
                      <a:endParaRPr sz="1800" u="none" cap="none" strike="noStrike">
                        <a:latin typeface="Calibri"/>
                        <a:ea typeface="Calibri"/>
                        <a:cs typeface="Calibri"/>
                        <a:sym typeface="Calibri"/>
                      </a:endParaRPr>
                    </a:p>
                  </a:txBody>
                  <a:tcPr marT="4952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143510" marR="0" rtl="0" algn="l">
                        <a:lnSpc>
                          <a:spcPct val="100000"/>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GRABADO EN TU CAMINO</a:t>
                      </a:r>
                      <a:endParaRPr sz="1800" u="none" cap="none" strike="noStrike">
                        <a:latin typeface="Calibri"/>
                        <a:ea typeface="Calibri"/>
                        <a:cs typeface="Calibri"/>
                        <a:sym typeface="Calibri"/>
                      </a:endParaRPr>
                    </a:p>
                  </a:txBody>
                  <a:tcPr marT="3365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r>
              <a:tr h="736525">
                <a:tc>
                  <a:txBody>
                    <a:bodyPr/>
                    <a:lstStyle/>
                    <a:p>
                      <a:pPr indent="0" lvl="0" marL="91440" marR="0" rtl="0" algn="l">
                        <a:lnSpc>
                          <a:spcPct val="118611"/>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15:00</a:t>
                      </a:r>
                      <a:endParaRPr sz="1800" u="none" cap="none" strike="noStrike">
                        <a:latin typeface="Calibri"/>
                        <a:ea typeface="Calibri"/>
                        <a:cs typeface="Calibri"/>
                        <a:sym typeface="Calibri"/>
                      </a:endParaRPr>
                    </a:p>
                    <a:p>
                      <a:pPr indent="0" lvl="0" marL="91440" marR="0" rtl="0" algn="l">
                        <a:lnSpc>
                          <a:spcPct val="118611"/>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18:00</a:t>
                      </a:r>
                      <a:endParaRPr sz="1800" u="none" cap="none" strike="noStrike">
                        <a:latin typeface="Calibri"/>
                        <a:ea typeface="Calibri"/>
                        <a:cs typeface="Calibri"/>
                        <a:sym typeface="Calibri"/>
                      </a:endParaRPr>
                    </a:p>
                  </a:txBody>
                  <a:tcPr marT="3175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c>
                  <a:txBody>
                    <a:bodyPr/>
                    <a:lstStyle/>
                    <a:p>
                      <a:pPr indent="0" lvl="0" marL="91440" marR="217170" rtl="0" algn="l">
                        <a:lnSpc>
                          <a:spcPct val="117222"/>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4572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c>
                  <a:txBody>
                    <a:bodyPr/>
                    <a:lstStyle/>
                    <a:p>
                      <a:pPr indent="0" lvl="0" marL="0" marR="217170" rtl="0" algn="l">
                        <a:lnSpc>
                          <a:spcPct val="117222"/>
                        </a:lnSpc>
                        <a:spcBef>
                          <a:spcPts val="0"/>
                        </a:spcBef>
                        <a:spcAft>
                          <a:spcPts val="0"/>
                        </a:spcAft>
                        <a:buClr>
                          <a:srgbClr val="000000"/>
                        </a:buClr>
                        <a:buSzPts val="1800"/>
                        <a:buFont typeface="Arial"/>
                        <a:buNone/>
                      </a:pPr>
                      <a:r>
                        <a:rPr lang="es-ES" sz="1800" u="none" cap="none" strike="noStrike"/>
                        <a:t>ACTIVIDADES CON ARTISTAS </a:t>
                      </a:r>
                      <a:endParaRPr sz="1800" u="none" cap="none" strike="noStrike">
                        <a:latin typeface="Calibri"/>
                        <a:ea typeface="Calibri"/>
                        <a:cs typeface="Calibri"/>
                        <a:sym typeface="Calibri"/>
                      </a:endParaRPr>
                    </a:p>
                  </a:txBody>
                  <a:tcPr marT="4572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1750"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E9EBF5"/>
                    </a:solidFill>
                  </a:tcPr>
                </a:tc>
              </a:tr>
              <a:tr h="736525">
                <a:tc>
                  <a:txBody>
                    <a:bodyPr/>
                    <a:lstStyle/>
                    <a:p>
                      <a:pPr indent="0" lvl="0" marL="91440" marR="0" rtl="0" algn="l">
                        <a:lnSpc>
                          <a:spcPct val="100000"/>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19:00</a:t>
                      </a:r>
                      <a:endParaRPr sz="1800" u="none" cap="none" strike="noStrike">
                        <a:latin typeface="Calibri"/>
                        <a:ea typeface="Calibri"/>
                        <a:cs typeface="Calibri"/>
                        <a:sym typeface="Calibri"/>
                      </a:endParaRPr>
                    </a:p>
                  </a:txBody>
                  <a:tcPr marT="3237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1440" marR="0" rtl="0" algn="l">
                        <a:lnSpc>
                          <a:spcPct val="100000"/>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3237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1440" marR="0" rtl="0" algn="l">
                        <a:lnSpc>
                          <a:spcPct val="100000"/>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PINTURA COLECTIVA</a:t>
                      </a:r>
                      <a:endParaRPr sz="1800" u="none" cap="none" strike="noStrike">
                        <a:latin typeface="Calibri"/>
                        <a:ea typeface="Calibri"/>
                        <a:cs typeface="Calibri"/>
                        <a:sym typeface="Calibri"/>
                      </a:endParaRPr>
                    </a:p>
                  </a:txBody>
                  <a:tcPr marT="3237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c>
                  <a:txBody>
                    <a:bodyPr/>
                    <a:lstStyle/>
                    <a:p>
                      <a:pPr indent="0" lvl="0" marL="90805" marR="0" rtl="0" algn="l">
                        <a:lnSpc>
                          <a:spcPct val="100000"/>
                        </a:lnSpc>
                        <a:spcBef>
                          <a:spcPts val="0"/>
                        </a:spcBef>
                        <a:spcAft>
                          <a:spcPts val="0"/>
                        </a:spcAft>
                        <a:buClr>
                          <a:srgbClr val="000000"/>
                        </a:buClr>
                        <a:buSzPts val="1800"/>
                        <a:buFont typeface="Arial"/>
                        <a:buNone/>
                      </a:pPr>
                      <a:r>
                        <a:rPr lang="es-ES" sz="1800" u="none" cap="none" strike="noStrike">
                          <a:latin typeface="Calibri"/>
                          <a:ea typeface="Calibri"/>
                          <a:cs typeface="Calibri"/>
                          <a:sym typeface="Calibri"/>
                        </a:rPr>
                        <a:t>CIERRE DEL EVENTO</a:t>
                      </a:r>
                      <a:endParaRPr sz="1800" u="none" cap="none" strike="noStrike">
                        <a:latin typeface="Calibri"/>
                        <a:ea typeface="Calibri"/>
                        <a:cs typeface="Calibri"/>
                        <a:sym typeface="Calibri"/>
                      </a:endParaRPr>
                    </a:p>
                  </a:txBody>
                  <a:tcPr marT="32375" marB="0" marR="0" marL="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CFD5EA"/>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